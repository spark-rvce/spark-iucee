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0" r:id="rId1"/>
  </p:sldMasterIdLst>
  <p:notesMasterIdLst>
    <p:notesMasterId r:id="rId26"/>
  </p:notesMasterIdLst>
  <p:sldIdLst>
    <p:sldId id="256" r:id="rId2"/>
    <p:sldId id="276" r:id="rId3"/>
    <p:sldId id="259" r:id="rId4"/>
    <p:sldId id="263" r:id="rId5"/>
    <p:sldId id="277" r:id="rId6"/>
    <p:sldId id="285" r:id="rId7"/>
    <p:sldId id="287" r:id="rId8"/>
    <p:sldId id="288" r:id="rId9"/>
    <p:sldId id="289" r:id="rId10"/>
    <p:sldId id="286" r:id="rId11"/>
    <p:sldId id="283" r:id="rId12"/>
    <p:sldId id="298" r:id="rId13"/>
    <p:sldId id="290" r:id="rId14"/>
    <p:sldId id="291" r:id="rId15"/>
    <p:sldId id="292" r:id="rId16"/>
    <p:sldId id="293" r:id="rId17"/>
    <p:sldId id="294" r:id="rId18"/>
    <p:sldId id="296" r:id="rId19"/>
    <p:sldId id="299" r:id="rId20"/>
    <p:sldId id="300" r:id="rId21"/>
    <p:sldId id="295" r:id="rId22"/>
    <p:sldId id="301" r:id="rId23"/>
    <p:sldId id="302" r:id="rId24"/>
    <p:sldId id="280" r:id="rId25"/>
  </p:sldIdLst>
  <p:sldSz cx="20104100" cy="11309350"/>
  <p:notesSz cx="20104100" cy="11309350"/>
  <p:embeddedFontLst>
    <p:embeddedFont>
      <p:font typeface="Bookman Old Style" panose="02050604050505020204" pitchFamily="18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7" roundtripDataSignature="AMtx7mgCPlkgrHCULglIwa+w0sO2CyKTp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1FE7D77-2D72-D813-219A-18BBAF8940F9}" v="1353" dt="2026-01-23T08:25:40.210"/>
    <p1510:client id="{B7ACEAF3-C4EA-4C20-BDFA-2DB2663BAC47}" v="551" dt="2026-01-22T02:06:07.193"/>
    <p1510:client id="{D348F9FA-1A22-1D0F-27AE-031DC80F4E3E}" v="379" dt="2026-01-22T04:32:25.927"/>
    <p1510:client id="{F1AF38EB-C0CD-256F-EAAC-6758CFC813D1}" v="2" dt="2026-01-22T03:31:48.01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42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7" Type="http://customschemas.google.com/relationships/presentationmetadata" Target="meta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43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shwanth S" userId="32ff6bc2d3dfd187" providerId="LiveId" clId="{41EE8D11-619C-3C45-88A0-5B9AB945B713}"/>
    <pc:docChg chg="modSld">
      <pc:chgData name="Yashwanth S" userId="32ff6bc2d3dfd187" providerId="LiveId" clId="{41EE8D11-619C-3C45-88A0-5B9AB945B713}" dt="2026-01-22T03:00:10.166" v="23" actId="25668"/>
      <pc:docMkLst>
        <pc:docMk/>
      </pc:docMkLst>
      <pc:sldChg chg="modSp mod">
        <pc:chgData name="Yashwanth S" userId="32ff6bc2d3dfd187" providerId="LiveId" clId="{41EE8D11-619C-3C45-88A0-5B9AB945B713}" dt="2026-01-22T03:00:10.166" v="23" actId="25668"/>
        <pc:sldMkLst>
          <pc:docMk/>
          <pc:sldMk cId="0" sldId="256"/>
        </pc:sldMkLst>
        <pc:spChg chg="mod">
          <ac:chgData name="Yashwanth S" userId="32ff6bc2d3dfd187" providerId="LiveId" clId="{41EE8D11-619C-3C45-88A0-5B9AB945B713}" dt="2026-01-22T03:00:10.166" v="23" actId="25668"/>
          <ac:spMkLst>
            <pc:docMk/>
            <pc:sldMk cId="0" sldId="256"/>
            <ac:spMk id="11" creationId="{46DE6A34-6C1A-4290-BD13-56E66B2E9DB8}"/>
          </ac:spMkLst>
        </pc:spChg>
      </pc:sldChg>
    </pc:docChg>
  </pc:docChgLst>
  <pc:docChgLst>
    <pc:chgData name="Guest User" providerId="Windows Live" clId="Web-{B1FE7D77-2D72-D813-219A-18BBAF8940F9}"/>
    <pc:docChg chg="addSld modSld">
      <pc:chgData name="Guest User" userId="" providerId="Windows Live" clId="Web-{B1FE7D77-2D72-D813-219A-18BBAF8940F9}" dt="2026-01-23T08:25:40.210" v="824"/>
      <pc:docMkLst>
        <pc:docMk/>
      </pc:docMkLst>
      <pc:sldChg chg="addSp delSp modSp">
        <pc:chgData name="Guest User" userId="" providerId="Windows Live" clId="Web-{B1FE7D77-2D72-D813-219A-18BBAF8940F9}" dt="2026-01-23T08:25:40.210" v="824"/>
        <pc:sldMkLst>
          <pc:docMk/>
          <pc:sldMk cId="0" sldId="256"/>
        </pc:sldMkLst>
        <pc:spChg chg="add del mod">
          <ac:chgData name="Guest User" userId="" providerId="Windows Live" clId="Web-{B1FE7D77-2D72-D813-219A-18BBAF8940F9}" dt="2026-01-23T08:20:01.254" v="652"/>
          <ac:spMkLst>
            <pc:docMk/>
            <pc:sldMk cId="0" sldId="256"/>
            <ac:spMk id="3" creationId="{6C7353EB-AF74-8C23-169A-8F44D956B5DA}"/>
          </ac:spMkLst>
        </pc:spChg>
        <pc:spChg chg="mod">
          <ac:chgData name="Guest User" userId="" providerId="Windows Live" clId="Web-{B1FE7D77-2D72-D813-219A-18BBAF8940F9}" dt="2026-01-23T08:13:12.614" v="563" actId="1076"/>
          <ac:spMkLst>
            <pc:docMk/>
            <pc:sldMk cId="0" sldId="256"/>
            <ac:spMk id="11" creationId="{46DE6A34-6C1A-4290-BD13-56E66B2E9DB8}"/>
          </ac:spMkLst>
        </pc:spChg>
        <pc:spChg chg="del">
          <ac:chgData name="Guest User" userId="" providerId="Windows Live" clId="Web-{B1FE7D77-2D72-D813-219A-18BBAF8940F9}" dt="2026-01-23T08:13:09.239" v="562"/>
          <ac:spMkLst>
            <pc:docMk/>
            <pc:sldMk cId="0" sldId="256"/>
            <ac:spMk id="13" creationId="{E709B3F3-8AFA-449F-BB90-71312169A42C}"/>
          </ac:spMkLst>
        </pc:spChg>
        <pc:spChg chg="del mod">
          <ac:chgData name="Guest User" userId="" providerId="Windows Live" clId="Web-{B1FE7D77-2D72-D813-219A-18BBAF8940F9}" dt="2026-01-23T08:21:02.634" v="663"/>
          <ac:spMkLst>
            <pc:docMk/>
            <pc:sldMk cId="0" sldId="256"/>
            <ac:spMk id="14" creationId="{38ED152B-705A-4827-8125-8897A1D76B4C}"/>
          </ac:spMkLst>
        </pc:spChg>
        <pc:spChg chg="mod">
          <ac:chgData name="Guest User" userId="" providerId="Windows Live" clId="Web-{B1FE7D77-2D72-D813-219A-18BBAF8940F9}" dt="2026-01-23T08:22:36.906" v="742" actId="20577"/>
          <ac:spMkLst>
            <pc:docMk/>
            <pc:sldMk cId="0" sldId="256"/>
            <ac:spMk id="15" creationId="{5002A281-0CE7-471F-BC49-52FFD3C152ED}"/>
          </ac:spMkLst>
        </pc:spChg>
        <pc:graphicFrameChg chg="add mod modGraphic">
          <ac:chgData name="Guest User" userId="" providerId="Windows Live" clId="Web-{B1FE7D77-2D72-D813-219A-18BBAF8940F9}" dt="2026-01-23T08:25:40.210" v="824"/>
          <ac:graphicFrameMkLst>
            <pc:docMk/>
            <pc:sldMk cId="0" sldId="256"/>
            <ac:graphicFrameMk id="2" creationId="{A2993FE0-9536-36AB-E35D-729DFA72BBBA}"/>
          </ac:graphicFrameMkLst>
        </pc:graphicFrameChg>
        <pc:picChg chg="mod">
          <ac:chgData name="Guest User" userId="" providerId="Windows Live" clId="Web-{B1FE7D77-2D72-D813-219A-18BBAF8940F9}" dt="2026-01-23T08:19:11.046" v="633" actId="1076"/>
          <ac:picMkLst>
            <pc:docMk/>
            <pc:sldMk cId="0" sldId="256"/>
            <ac:picMk id="36" creationId="{00000000-0000-0000-0000-000000000000}"/>
          </ac:picMkLst>
        </pc:picChg>
      </pc:sldChg>
      <pc:sldChg chg="addSp delSp modSp">
        <pc:chgData name="Guest User" userId="" providerId="Windows Live" clId="Web-{B1FE7D77-2D72-D813-219A-18BBAF8940F9}" dt="2026-01-23T07:51:06.417" v="394" actId="20577"/>
        <pc:sldMkLst>
          <pc:docMk/>
          <pc:sldMk cId="0" sldId="259"/>
        </pc:sldMkLst>
        <pc:spChg chg="add mod">
          <ac:chgData name="Guest User" userId="" providerId="Windows Live" clId="Web-{B1FE7D77-2D72-D813-219A-18BBAF8940F9}" dt="2026-01-23T07:49:54.477" v="379" actId="20577"/>
          <ac:spMkLst>
            <pc:docMk/>
            <pc:sldMk cId="0" sldId="259"/>
            <ac:spMk id="3" creationId="{E984848F-C234-1443-08F5-A4C4E4B7A25D}"/>
          </ac:spMkLst>
        </pc:spChg>
        <pc:spChg chg="del mod">
          <ac:chgData name="Guest User" userId="" providerId="Windows Live" clId="Web-{B1FE7D77-2D72-D813-219A-18BBAF8940F9}" dt="2026-01-23T07:49:38.852" v="373"/>
          <ac:spMkLst>
            <pc:docMk/>
            <pc:sldMk cId="0" sldId="259"/>
            <ac:spMk id="14" creationId="{77A64488-E754-4093-A8EE-13C096B7BFE7}"/>
          </ac:spMkLst>
        </pc:spChg>
        <pc:spChg chg="mod">
          <ac:chgData name="Guest User" userId="" providerId="Windows Live" clId="Web-{B1FE7D77-2D72-D813-219A-18BBAF8940F9}" dt="2026-01-23T07:51:06.417" v="394" actId="20577"/>
          <ac:spMkLst>
            <pc:docMk/>
            <pc:sldMk cId="0" sldId="259"/>
            <ac:spMk id="15" creationId="{423A3CB2-1766-4BB9-AB88-70F0B552B28B}"/>
          </ac:spMkLst>
        </pc:spChg>
      </pc:sldChg>
      <pc:sldChg chg="modSp">
        <pc:chgData name="Guest User" userId="" providerId="Windows Live" clId="Web-{B1FE7D77-2D72-D813-219A-18BBAF8940F9}" dt="2026-01-23T07:34:57.017" v="180" actId="20577"/>
        <pc:sldMkLst>
          <pc:docMk/>
          <pc:sldMk cId="0" sldId="263"/>
        </pc:sldMkLst>
        <pc:spChg chg="mod">
          <ac:chgData name="Guest User" userId="" providerId="Windows Live" clId="Web-{B1FE7D77-2D72-D813-219A-18BBAF8940F9}" dt="2026-01-23T07:34:49.204" v="178" actId="1076"/>
          <ac:spMkLst>
            <pc:docMk/>
            <pc:sldMk cId="0" sldId="263"/>
            <ac:spMk id="14" creationId="{A9B38ECA-73F1-41B1-8195-981A82DA99AD}"/>
          </ac:spMkLst>
        </pc:spChg>
        <pc:spChg chg="mod">
          <ac:chgData name="Guest User" userId="" providerId="Windows Live" clId="Web-{B1FE7D77-2D72-D813-219A-18BBAF8940F9}" dt="2026-01-23T07:34:57.017" v="180" actId="20577"/>
          <ac:spMkLst>
            <pc:docMk/>
            <pc:sldMk cId="0" sldId="263"/>
            <ac:spMk id="15" creationId="{B2FD67F7-6BC4-404B-AA59-1A8D96C42453}"/>
          </ac:spMkLst>
        </pc:spChg>
      </pc:sldChg>
      <pc:sldChg chg="addSp delSp modSp">
        <pc:chgData name="Guest User" userId="" providerId="Windows Live" clId="Web-{B1FE7D77-2D72-D813-219A-18BBAF8940F9}" dt="2026-01-23T07:51:17.075" v="395"/>
        <pc:sldMkLst>
          <pc:docMk/>
          <pc:sldMk cId="1184384350" sldId="276"/>
        </pc:sldMkLst>
        <pc:spChg chg="del mod">
          <ac:chgData name="Guest User" userId="" providerId="Windows Live" clId="Web-{B1FE7D77-2D72-D813-219A-18BBAF8940F9}" dt="2026-01-23T07:50:03.650" v="383"/>
          <ac:spMkLst>
            <pc:docMk/>
            <pc:sldMk cId="1184384350" sldId="276"/>
            <ac:spMk id="8" creationId="{C0B7A4ED-75E7-4EFB-83EB-848BDDEBA44C}"/>
          </ac:spMkLst>
        </pc:spChg>
        <pc:spChg chg="mod">
          <ac:chgData name="Guest User" userId="" providerId="Windows Live" clId="Web-{B1FE7D77-2D72-D813-219A-18BBAF8940F9}" dt="2026-01-23T07:51:17.075" v="395"/>
          <ac:spMkLst>
            <pc:docMk/>
            <pc:sldMk cId="1184384350" sldId="276"/>
            <ac:spMk id="9" creationId="{D85D3A6D-980D-4038-BDDC-E70D74613388}"/>
          </ac:spMkLst>
        </pc:spChg>
        <pc:spChg chg="add mod">
          <ac:chgData name="Guest User" userId="" providerId="Windows Live" clId="Web-{B1FE7D77-2D72-D813-219A-18BBAF8940F9}" dt="2026-01-23T07:50:11.603" v="388" actId="20577"/>
          <ac:spMkLst>
            <pc:docMk/>
            <pc:sldMk cId="1184384350" sldId="276"/>
            <ac:spMk id="10" creationId="{615EDEFD-F553-1F60-910F-C94CC83080B2}"/>
          </ac:spMkLst>
        </pc:spChg>
      </pc:sldChg>
      <pc:sldChg chg="addSp delSp modSp">
        <pc:chgData name="Guest User" userId="" providerId="Windows Live" clId="Web-{B1FE7D77-2D72-D813-219A-18BBAF8940F9}" dt="2026-01-23T07:42:08.054" v="279" actId="20577"/>
        <pc:sldMkLst>
          <pc:docMk/>
          <pc:sldMk cId="3706411690" sldId="277"/>
        </pc:sldMkLst>
        <pc:spChg chg="add mod">
          <ac:chgData name="Guest User" userId="" providerId="Windows Live" clId="Web-{B1FE7D77-2D72-D813-219A-18BBAF8940F9}" dt="2026-01-23T07:34:23.858" v="175" actId="20577"/>
          <ac:spMkLst>
            <pc:docMk/>
            <pc:sldMk cId="3706411690" sldId="277"/>
            <ac:spMk id="3" creationId="{F1CBA4F3-4254-93A8-F025-68FF3E199670}"/>
          </ac:spMkLst>
        </pc:spChg>
        <pc:spChg chg="del mod">
          <ac:chgData name="Guest User" userId="" providerId="Windows Live" clId="Web-{B1FE7D77-2D72-D813-219A-18BBAF8940F9}" dt="2026-01-23T07:34:05.684" v="172"/>
          <ac:spMkLst>
            <pc:docMk/>
            <pc:sldMk cId="3706411690" sldId="277"/>
            <ac:spMk id="11" creationId="{CF6CA8F0-670A-43DA-A7BC-3F0DF66432C4}"/>
          </ac:spMkLst>
        </pc:spChg>
        <pc:spChg chg="mod">
          <ac:chgData name="Guest User" userId="" providerId="Windows Live" clId="Web-{B1FE7D77-2D72-D813-219A-18BBAF8940F9}" dt="2026-01-23T07:42:08.054" v="279" actId="20577"/>
          <ac:spMkLst>
            <pc:docMk/>
            <pc:sldMk cId="3706411690" sldId="277"/>
            <ac:spMk id="12" creationId="{C0A325CB-FC1B-4D6C-A0DF-02D92F6AF912}"/>
          </ac:spMkLst>
        </pc:spChg>
        <pc:spChg chg="mod">
          <ac:chgData name="Guest User" userId="" providerId="Windows Live" clId="Web-{B1FE7D77-2D72-D813-219A-18BBAF8940F9}" dt="2026-01-23T07:30:51.961" v="119" actId="20577"/>
          <ac:spMkLst>
            <pc:docMk/>
            <pc:sldMk cId="3706411690" sldId="277"/>
            <ac:spMk id="151" creationId="{00000000-0000-0000-0000-000000000000}"/>
          </ac:spMkLst>
        </pc:spChg>
      </pc:sldChg>
      <pc:sldChg chg="modSp">
        <pc:chgData name="Guest User" userId="" providerId="Windows Live" clId="Web-{B1FE7D77-2D72-D813-219A-18BBAF8940F9}" dt="2026-01-23T08:05:39.203" v="512" actId="20577"/>
        <pc:sldMkLst>
          <pc:docMk/>
          <pc:sldMk cId="1454118493" sldId="280"/>
        </pc:sldMkLst>
        <pc:spChg chg="mod">
          <ac:chgData name="Guest User" userId="" providerId="Windows Live" clId="Web-{B1FE7D77-2D72-D813-219A-18BBAF8940F9}" dt="2026-01-23T08:05:39.203" v="512" actId="20577"/>
          <ac:spMkLst>
            <pc:docMk/>
            <pc:sldMk cId="1454118493" sldId="280"/>
            <ac:spMk id="13" creationId="{6112838E-F79E-43D4-9CC0-0074E567B292}"/>
          </ac:spMkLst>
        </pc:spChg>
      </pc:sldChg>
      <pc:sldChg chg="addSp delSp modSp">
        <pc:chgData name="Guest User" userId="" providerId="Windows Live" clId="Web-{B1FE7D77-2D72-D813-219A-18BBAF8940F9}" dt="2026-01-23T07:43:56.628" v="307" actId="20577"/>
        <pc:sldMkLst>
          <pc:docMk/>
          <pc:sldMk cId="3746456507" sldId="283"/>
        </pc:sldMkLst>
        <pc:spChg chg="add mod">
          <ac:chgData name="Guest User" userId="" providerId="Windows Live" clId="Web-{B1FE7D77-2D72-D813-219A-18BBAF8940F9}" dt="2026-01-23T07:37:29.137" v="214" actId="20577"/>
          <ac:spMkLst>
            <pc:docMk/>
            <pc:sldMk cId="3746456507" sldId="283"/>
            <ac:spMk id="3" creationId="{88E4CAAF-29C8-2837-4466-3FD9BF2B9EF1}"/>
          </ac:spMkLst>
        </pc:spChg>
        <pc:spChg chg="add mod">
          <ac:chgData name="Guest User" userId="" providerId="Windows Live" clId="Web-{B1FE7D77-2D72-D813-219A-18BBAF8940F9}" dt="2026-01-23T07:43:56.628" v="307" actId="20577"/>
          <ac:spMkLst>
            <pc:docMk/>
            <pc:sldMk cId="3746456507" sldId="283"/>
            <ac:spMk id="5" creationId="{170B48CD-95E8-32AD-4FF0-395C8FB3DA7C}"/>
          </ac:spMkLst>
        </pc:spChg>
        <pc:spChg chg="del">
          <ac:chgData name="Guest User" userId="" providerId="Windows Live" clId="Web-{B1FE7D77-2D72-D813-219A-18BBAF8940F9}" dt="2026-01-23T07:36:15.305" v="208"/>
          <ac:spMkLst>
            <pc:docMk/>
            <pc:sldMk cId="3746456507" sldId="283"/>
            <ac:spMk id="9" creationId="{24893C54-8553-4E58-97C4-46BBCCA1C094}"/>
          </ac:spMkLst>
        </pc:spChg>
        <pc:spChg chg="del mod">
          <ac:chgData name="Guest User" userId="" providerId="Windows Live" clId="Web-{B1FE7D77-2D72-D813-219A-18BBAF8940F9}" dt="2026-01-23T07:37:57.967" v="224"/>
          <ac:spMkLst>
            <pc:docMk/>
            <pc:sldMk cId="3746456507" sldId="283"/>
            <ac:spMk id="10" creationId="{3C9192DF-7D7C-41C7-8F5E-6982498BA6E7}"/>
          </ac:spMkLst>
        </pc:spChg>
      </pc:sldChg>
      <pc:sldChg chg="addSp delSp modSp">
        <pc:chgData name="Guest User" userId="" providerId="Windows Live" clId="Web-{B1FE7D77-2D72-D813-219A-18BBAF8940F9}" dt="2026-01-23T07:47:02.611" v="360" actId="20577"/>
        <pc:sldMkLst>
          <pc:docMk/>
          <pc:sldMk cId="1505921109" sldId="285"/>
        </pc:sldMkLst>
        <pc:spChg chg="add mod">
          <ac:chgData name="Guest User" userId="" providerId="Windows Live" clId="Web-{B1FE7D77-2D72-D813-219A-18BBAF8940F9}" dt="2026-01-23T07:47:02.611" v="360" actId="20577"/>
          <ac:spMkLst>
            <pc:docMk/>
            <pc:sldMk cId="1505921109" sldId="285"/>
            <ac:spMk id="4" creationId="{46A961BB-BDA8-E95A-8CCF-FC7994C6C62F}"/>
          </ac:spMkLst>
        </pc:spChg>
        <pc:spChg chg="del">
          <ac:chgData name="Guest User" userId="" providerId="Windows Live" clId="Web-{B1FE7D77-2D72-D813-219A-18BBAF8940F9}" dt="2026-01-23T07:46:48.454" v="355"/>
          <ac:spMkLst>
            <pc:docMk/>
            <pc:sldMk cId="1505921109" sldId="285"/>
            <ac:spMk id="9" creationId="{253CC2B1-54E9-477E-AEEF-9D0600D5E57A}"/>
          </ac:spMkLst>
        </pc:spChg>
      </pc:sldChg>
      <pc:sldChg chg="addSp delSp modSp">
        <pc:chgData name="Guest User" userId="" providerId="Windows Live" clId="Web-{B1FE7D77-2D72-D813-219A-18BBAF8940F9}" dt="2026-01-23T07:35:50.819" v="193" actId="1076"/>
        <pc:sldMkLst>
          <pc:docMk/>
          <pc:sldMk cId="1297431312" sldId="286"/>
        </pc:sldMkLst>
        <pc:spChg chg="add mod">
          <ac:chgData name="Guest User" userId="" providerId="Windows Live" clId="Web-{B1FE7D77-2D72-D813-219A-18BBAF8940F9}" dt="2026-01-23T07:35:40.224" v="191" actId="1076"/>
          <ac:spMkLst>
            <pc:docMk/>
            <pc:sldMk cId="1297431312" sldId="286"/>
            <ac:spMk id="3" creationId="{B521E3EB-DCB8-DFA9-1B6B-F0AA726B01D8}"/>
          </ac:spMkLst>
        </pc:spChg>
        <pc:spChg chg="del">
          <ac:chgData name="Guest User" userId="" providerId="Windows Live" clId="Web-{B1FE7D77-2D72-D813-219A-18BBAF8940F9}" dt="2026-01-23T07:35:46.490" v="192"/>
          <ac:spMkLst>
            <pc:docMk/>
            <pc:sldMk cId="1297431312" sldId="286"/>
            <ac:spMk id="9" creationId="{69D234C1-62CD-44C7-9916-DD30D142C64D}"/>
          </ac:spMkLst>
        </pc:spChg>
        <pc:picChg chg="mod modCrop">
          <ac:chgData name="Guest User" userId="" providerId="Windows Live" clId="Web-{B1FE7D77-2D72-D813-219A-18BBAF8940F9}" dt="2026-01-23T07:35:50.819" v="193" actId="1076"/>
          <ac:picMkLst>
            <pc:docMk/>
            <pc:sldMk cId="1297431312" sldId="286"/>
            <ac:picMk id="1030" creationId="{64D58A4C-3DFD-47C7-FBB7-E6274EF152BE}"/>
          </ac:picMkLst>
        </pc:picChg>
      </pc:sldChg>
      <pc:sldChg chg="addSp delSp modSp">
        <pc:chgData name="Guest User" userId="" providerId="Windows Live" clId="Web-{B1FE7D77-2D72-D813-219A-18BBAF8940F9}" dt="2026-01-23T07:47:37.128" v="368"/>
        <pc:sldMkLst>
          <pc:docMk/>
          <pc:sldMk cId="2217400845" sldId="287"/>
        </pc:sldMkLst>
        <pc:spChg chg="add">
          <ac:chgData name="Guest User" userId="" providerId="Windows Live" clId="Web-{B1FE7D77-2D72-D813-219A-18BBAF8940F9}" dt="2026-01-23T07:47:37.128" v="368"/>
          <ac:spMkLst>
            <pc:docMk/>
            <pc:sldMk cId="2217400845" sldId="287"/>
            <ac:spMk id="4" creationId="{0370DE13-59B0-D164-3D16-A398203BD302}"/>
          </ac:spMkLst>
        </pc:spChg>
        <pc:spChg chg="del mod">
          <ac:chgData name="Guest User" userId="" providerId="Windows Live" clId="Web-{B1FE7D77-2D72-D813-219A-18BBAF8940F9}" dt="2026-01-23T07:47:15.330" v="362"/>
          <ac:spMkLst>
            <pc:docMk/>
            <pc:sldMk cId="2217400845" sldId="287"/>
            <ac:spMk id="9" creationId="{253CC2B1-54E9-477E-AEEF-9D0600D5E57A}"/>
          </ac:spMkLst>
        </pc:spChg>
      </pc:sldChg>
      <pc:sldChg chg="addSp delSp modSp">
        <pc:chgData name="Guest User" userId="" providerId="Windows Live" clId="Web-{B1FE7D77-2D72-D813-219A-18BBAF8940F9}" dt="2026-01-23T07:47:33.425" v="367"/>
        <pc:sldMkLst>
          <pc:docMk/>
          <pc:sldMk cId="3128917378" sldId="288"/>
        </pc:sldMkLst>
        <pc:spChg chg="add">
          <ac:chgData name="Guest User" userId="" providerId="Windows Live" clId="Web-{B1FE7D77-2D72-D813-219A-18BBAF8940F9}" dt="2026-01-23T07:47:33.425" v="367"/>
          <ac:spMkLst>
            <pc:docMk/>
            <pc:sldMk cId="3128917378" sldId="288"/>
            <ac:spMk id="4" creationId="{86A44229-A11B-8329-FC8D-CD240498E541}"/>
          </ac:spMkLst>
        </pc:spChg>
        <pc:spChg chg="del mod">
          <ac:chgData name="Guest User" userId="" providerId="Windows Live" clId="Web-{B1FE7D77-2D72-D813-219A-18BBAF8940F9}" dt="2026-01-23T07:47:23.049" v="364"/>
          <ac:spMkLst>
            <pc:docMk/>
            <pc:sldMk cId="3128917378" sldId="288"/>
            <ac:spMk id="9" creationId="{253CC2B1-54E9-477E-AEEF-9D0600D5E57A}"/>
          </ac:spMkLst>
        </pc:spChg>
      </pc:sldChg>
      <pc:sldChg chg="addSp delSp">
        <pc:chgData name="Guest User" userId="" providerId="Windows Live" clId="Web-{B1FE7D77-2D72-D813-219A-18BBAF8940F9}" dt="2026-01-23T07:47:31.503" v="366"/>
        <pc:sldMkLst>
          <pc:docMk/>
          <pc:sldMk cId="1373107355" sldId="289"/>
        </pc:sldMkLst>
        <pc:spChg chg="add">
          <ac:chgData name="Guest User" userId="" providerId="Windows Live" clId="Web-{B1FE7D77-2D72-D813-219A-18BBAF8940F9}" dt="2026-01-23T07:47:31.503" v="366"/>
          <ac:spMkLst>
            <pc:docMk/>
            <pc:sldMk cId="1373107355" sldId="289"/>
            <ac:spMk id="4" creationId="{3286627C-6074-C555-6063-D177DD7D8DBF}"/>
          </ac:spMkLst>
        </pc:spChg>
        <pc:spChg chg="del">
          <ac:chgData name="Guest User" userId="" providerId="Windows Live" clId="Web-{B1FE7D77-2D72-D813-219A-18BBAF8940F9}" dt="2026-01-23T07:47:28.550" v="365"/>
          <ac:spMkLst>
            <pc:docMk/>
            <pc:sldMk cId="1373107355" sldId="289"/>
            <ac:spMk id="9" creationId="{253CC2B1-54E9-477E-AEEF-9D0600D5E57A}"/>
          </ac:spMkLst>
        </pc:spChg>
      </pc:sldChg>
      <pc:sldChg chg="addSp delSp modSp">
        <pc:chgData name="Guest User" userId="" providerId="Windows Live" clId="Web-{B1FE7D77-2D72-D813-219A-18BBAF8940F9}" dt="2026-01-23T08:15:28.756" v="588" actId="20577"/>
        <pc:sldMkLst>
          <pc:docMk/>
          <pc:sldMk cId="2852544057" sldId="290"/>
        </pc:sldMkLst>
        <pc:spChg chg="add mod">
          <ac:chgData name="Guest User" userId="" providerId="Windows Live" clId="Web-{B1FE7D77-2D72-D813-219A-18BBAF8940F9}" dt="2026-01-23T07:44:56.509" v="323" actId="1076"/>
          <ac:spMkLst>
            <pc:docMk/>
            <pc:sldMk cId="2852544057" sldId="290"/>
            <ac:spMk id="3" creationId="{5C7B6D0C-6135-1A93-3835-567DCDA98224}"/>
          </ac:spMkLst>
        </pc:spChg>
        <pc:spChg chg="mod">
          <ac:chgData name="Guest User" userId="" providerId="Windows Live" clId="Web-{B1FE7D77-2D72-D813-219A-18BBAF8940F9}" dt="2026-01-23T08:01:39.292" v="475" actId="1076"/>
          <ac:spMkLst>
            <pc:docMk/>
            <pc:sldMk cId="2852544057" sldId="290"/>
            <ac:spMk id="5" creationId="{8F4368D0-D1BD-70C8-2F9A-1473093BCA3A}"/>
          </ac:spMkLst>
        </pc:spChg>
        <pc:spChg chg="mod">
          <ac:chgData name="Guest User" userId="" providerId="Windows Live" clId="Web-{B1FE7D77-2D72-D813-219A-18BBAF8940F9}" dt="2026-01-23T08:01:46.589" v="477" actId="1076"/>
          <ac:spMkLst>
            <pc:docMk/>
            <pc:sldMk cId="2852544057" sldId="290"/>
            <ac:spMk id="6" creationId="{CE6F6F7F-2919-E7E0-4D4D-988537D7DF08}"/>
          </ac:spMkLst>
        </pc:spChg>
        <pc:spChg chg="mod">
          <ac:chgData name="Guest User" userId="" providerId="Windows Live" clId="Web-{B1FE7D77-2D72-D813-219A-18BBAF8940F9}" dt="2026-01-23T08:15:28.756" v="588" actId="20577"/>
          <ac:spMkLst>
            <pc:docMk/>
            <pc:sldMk cId="2852544057" sldId="290"/>
            <ac:spMk id="7" creationId="{101C5F26-5AAF-7279-4B1E-F4127D4E1628}"/>
          </ac:spMkLst>
        </pc:spChg>
        <pc:spChg chg="del">
          <ac:chgData name="Guest User" userId="" providerId="Windows Live" clId="Web-{B1FE7D77-2D72-D813-219A-18BBAF8940F9}" dt="2026-01-23T07:44:27.960" v="315"/>
          <ac:spMkLst>
            <pc:docMk/>
            <pc:sldMk cId="2852544057" sldId="290"/>
            <ac:spMk id="9" creationId="{24893C54-8553-4E58-97C4-46BBCCA1C094}"/>
          </ac:spMkLst>
        </pc:spChg>
      </pc:sldChg>
      <pc:sldChg chg="addSp delSp modSp">
        <pc:chgData name="Guest User" userId="" providerId="Windows Live" clId="Web-{B1FE7D77-2D72-D813-219A-18BBAF8940F9}" dt="2026-01-23T08:01:35.870" v="474" actId="20577"/>
        <pc:sldMkLst>
          <pc:docMk/>
          <pc:sldMk cId="1385862923" sldId="291"/>
        </pc:sldMkLst>
        <pc:spChg chg="add">
          <ac:chgData name="Guest User" userId="" providerId="Windows Live" clId="Web-{B1FE7D77-2D72-D813-219A-18BBAF8940F9}" dt="2026-01-23T07:44:58.900" v="324"/>
          <ac:spMkLst>
            <pc:docMk/>
            <pc:sldMk cId="1385862923" sldId="291"/>
            <ac:spMk id="4" creationId="{15A562DA-DACF-AB92-7CF7-6BCCE44908D5}"/>
          </ac:spMkLst>
        </pc:spChg>
        <pc:spChg chg="mod">
          <ac:chgData name="Guest User" userId="" providerId="Windows Live" clId="Web-{B1FE7D77-2D72-D813-219A-18BBAF8940F9}" dt="2026-01-23T08:01:15.541" v="467" actId="1076"/>
          <ac:spMkLst>
            <pc:docMk/>
            <pc:sldMk cId="1385862923" sldId="291"/>
            <ac:spMk id="5" creationId="{1772B67D-6F85-8C0A-45C3-5832C2178D4E}"/>
          </ac:spMkLst>
        </pc:spChg>
        <pc:spChg chg="mod">
          <ac:chgData name="Guest User" userId="" providerId="Windows Live" clId="Web-{B1FE7D77-2D72-D813-219A-18BBAF8940F9}" dt="2026-01-23T08:01:35.870" v="474" actId="20577"/>
          <ac:spMkLst>
            <pc:docMk/>
            <pc:sldMk cId="1385862923" sldId="291"/>
            <ac:spMk id="6" creationId="{A04DB9A0-DD02-B2C7-805C-B5F789185F57}"/>
          </ac:spMkLst>
        </pc:spChg>
        <pc:spChg chg="mod">
          <ac:chgData name="Guest User" userId="" providerId="Windows Live" clId="Web-{B1FE7D77-2D72-D813-219A-18BBAF8940F9}" dt="2026-01-23T08:01:29.744" v="470" actId="20577"/>
          <ac:spMkLst>
            <pc:docMk/>
            <pc:sldMk cId="1385862923" sldId="291"/>
            <ac:spMk id="7" creationId="{EF05E49B-2DDB-D135-AAD4-0421CE5033FB}"/>
          </ac:spMkLst>
        </pc:spChg>
        <pc:spChg chg="del mod">
          <ac:chgData name="Guest User" userId="" providerId="Windows Live" clId="Web-{B1FE7D77-2D72-D813-219A-18BBAF8940F9}" dt="2026-01-23T07:45:36.324" v="336"/>
          <ac:spMkLst>
            <pc:docMk/>
            <pc:sldMk cId="1385862923" sldId="291"/>
            <ac:spMk id="9" creationId="{F2D3F972-6D1A-3A41-8F15-7F613B727019}"/>
          </ac:spMkLst>
        </pc:spChg>
      </pc:sldChg>
      <pc:sldChg chg="addSp delSp modSp">
        <pc:chgData name="Guest User" userId="" providerId="Windows Live" clId="Web-{B1FE7D77-2D72-D813-219A-18BBAF8940F9}" dt="2026-01-23T08:02:06.589" v="482" actId="20577"/>
        <pc:sldMkLst>
          <pc:docMk/>
          <pc:sldMk cId="1872904258" sldId="292"/>
        </pc:sldMkLst>
        <pc:spChg chg="add">
          <ac:chgData name="Guest User" userId="" providerId="Windows Live" clId="Web-{B1FE7D77-2D72-D813-219A-18BBAF8940F9}" dt="2026-01-23T07:45:02.290" v="325"/>
          <ac:spMkLst>
            <pc:docMk/>
            <pc:sldMk cId="1872904258" sldId="292"/>
            <ac:spMk id="4" creationId="{01BAA072-E350-70DD-492E-FAAC8ADD8316}"/>
          </ac:spMkLst>
        </pc:spChg>
        <pc:spChg chg="mod">
          <ac:chgData name="Guest User" userId="" providerId="Windows Live" clId="Web-{B1FE7D77-2D72-D813-219A-18BBAF8940F9}" dt="2026-01-23T08:02:06.589" v="482" actId="20577"/>
          <ac:spMkLst>
            <pc:docMk/>
            <pc:sldMk cId="1872904258" sldId="292"/>
            <ac:spMk id="5" creationId="{7EBC5E9E-394E-0C8A-D39D-49F6BAF2FBDF}"/>
          </ac:spMkLst>
        </pc:spChg>
        <pc:spChg chg="mod">
          <ac:chgData name="Guest User" userId="" providerId="Windows Live" clId="Web-{B1FE7D77-2D72-D813-219A-18BBAF8940F9}" dt="2026-01-23T08:01:58.433" v="479" actId="20577"/>
          <ac:spMkLst>
            <pc:docMk/>
            <pc:sldMk cId="1872904258" sldId="292"/>
            <ac:spMk id="7" creationId="{8146029A-FF36-ACEE-329B-F417D93EA504}"/>
          </ac:spMkLst>
        </pc:spChg>
        <pc:spChg chg="del mod">
          <ac:chgData name="Guest User" userId="" providerId="Windows Live" clId="Web-{B1FE7D77-2D72-D813-219A-18BBAF8940F9}" dt="2026-01-23T07:45:43.434" v="338"/>
          <ac:spMkLst>
            <pc:docMk/>
            <pc:sldMk cId="1872904258" sldId="292"/>
            <ac:spMk id="9" creationId="{8982812C-AF24-2C0D-D488-D2038AB51649}"/>
          </ac:spMkLst>
        </pc:spChg>
      </pc:sldChg>
      <pc:sldChg chg="addSp delSp modSp">
        <pc:chgData name="Guest User" userId="" providerId="Windows Live" clId="Web-{B1FE7D77-2D72-D813-219A-18BBAF8940F9}" dt="2026-01-23T08:15:55.444" v="589" actId="14100"/>
        <pc:sldMkLst>
          <pc:docMk/>
          <pc:sldMk cId="2719771907" sldId="293"/>
        </pc:sldMkLst>
        <pc:spChg chg="add mod">
          <ac:chgData name="Guest User" userId="" providerId="Windows Live" clId="Web-{B1FE7D77-2D72-D813-219A-18BBAF8940F9}" dt="2026-01-23T08:15:55.444" v="589" actId="14100"/>
          <ac:spMkLst>
            <pc:docMk/>
            <pc:sldMk cId="2719771907" sldId="293"/>
            <ac:spMk id="4" creationId="{F222049A-E311-594B-3EFC-49B9FEF96BDB}"/>
          </ac:spMkLst>
        </pc:spChg>
        <pc:spChg chg="del">
          <ac:chgData name="Guest User" userId="" providerId="Windows Live" clId="Web-{B1FE7D77-2D72-D813-219A-18BBAF8940F9}" dt="2026-01-23T07:56:31.873" v="429"/>
          <ac:spMkLst>
            <pc:docMk/>
            <pc:sldMk cId="2719771907" sldId="293"/>
            <ac:spMk id="5" creationId="{F8CE6A54-2B2A-F60F-45D7-17597D06B5EE}"/>
          </ac:spMkLst>
        </pc:spChg>
        <pc:spChg chg="mod">
          <ac:chgData name="Guest User" userId="" providerId="Windows Live" clId="Web-{B1FE7D77-2D72-D813-219A-18BBAF8940F9}" dt="2026-01-23T08:02:26.465" v="488" actId="1076"/>
          <ac:spMkLst>
            <pc:docMk/>
            <pc:sldMk cId="2719771907" sldId="293"/>
            <ac:spMk id="6" creationId="{B6839A20-6CCC-3679-C63C-224AD71D4BBD}"/>
          </ac:spMkLst>
        </pc:spChg>
        <pc:spChg chg="del mod">
          <ac:chgData name="Guest User" userId="" providerId="Windows Live" clId="Web-{B1FE7D77-2D72-D813-219A-18BBAF8940F9}" dt="2026-01-23T07:45:48.544" v="340"/>
          <ac:spMkLst>
            <pc:docMk/>
            <pc:sldMk cId="2719771907" sldId="293"/>
            <ac:spMk id="9" creationId="{35492183-B9B1-2FC9-8B48-56EF775915B6}"/>
          </ac:spMkLst>
        </pc:spChg>
      </pc:sldChg>
      <pc:sldChg chg="addSp delSp modSp">
        <pc:chgData name="Guest User" userId="" providerId="Windows Live" clId="Web-{B1FE7D77-2D72-D813-219A-18BBAF8940F9}" dt="2026-01-23T08:02:46.465" v="492" actId="1076"/>
        <pc:sldMkLst>
          <pc:docMk/>
          <pc:sldMk cId="1325797069" sldId="294"/>
        </pc:sldMkLst>
        <pc:spChg chg="del">
          <ac:chgData name="Guest User" userId="" providerId="Windows Live" clId="Web-{B1FE7D77-2D72-D813-219A-18BBAF8940F9}" dt="2026-01-23T07:56:26.701" v="428"/>
          <ac:spMkLst>
            <pc:docMk/>
            <pc:sldMk cId="1325797069" sldId="294"/>
            <ac:spMk id="5" creationId="{CAAAAA5D-4444-C01E-437A-315A307DFE73}"/>
          </ac:spMkLst>
        </pc:spChg>
        <pc:spChg chg="mod">
          <ac:chgData name="Guest User" userId="" providerId="Windows Live" clId="Web-{B1FE7D77-2D72-D813-219A-18BBAF8940F9}" dt="2026-01-23T08:02:46.465" v="492" actId="1076"/>
          <ac:spMkLst>
            <pc:docMk/>
            <pc:sldMk cId="1325797069" sldId="294"/>
            <ac:spMk id="6" creationId="{81984C58-12C7-8934-8447-9AE49DEC8A66}"/>
          </ac:spMkLst>
        </pc:spChg>
        <pc:spChg chg="add">
          <ac:chgData name="Guest User" userId="" providerId="Windows Live" clId="Web-{B1FE7D77-2D72-D813-219A-18BBAF8940F9}" dt="2026-01-23T07:45:07.244" v="327"/>
          <ac:spMkLst>
            <pc:docMk/>
            <pc:sldMk cId="1325797069" sldId="294"/>
            <ac:spMk id="7" creationId="{4C8276D2-D245-2230-63DA-8D4F752C1AD6}"/>
          </ac:spMkLst>
        </pc:spChg>
        <pc:spChg chg="del mod">
          <ac:chgData name="Guest User" userId="" providerId="Windows Live" clId="Web-{B1FE7D77-2D72-D813-219A-18BBAF8940F9}" dt="2026-01-23T07:45:57.279" v="342"/>
          <ac:spMkLst>
            <pc:docMk/>
            <pc:sldMk cId="1325797069" sldId="294"/>
            <ac:spMk id="9" creationId="{A83B352D-0B2C-82E5-CD7C-284F752FCEB8}"/>
          </ac:spMkLst>
        </pc:spChg>
      </pc:sldChg>
      <pc:sldChg chg="addSp delSp modSp">
        <pc:chgData name="Guest User" userId="" providerId="Windows Live" clId="Web-{B1FE7D77-2D72-D813-219A-18BBAF8940F9}" dt="2026-01-23T07:55:59.137" v="423"/>
        <pc:sldMkLst>
          <pc:docMk/>
          <pc:sldMk cId="63906869" sldId="295"/>
        </pc:sldMkLst>
        <pc:spChg chg="del">
          <ac:chgData name="Guest User" userId="" providerId="Windows Live" clId="Web-{B1FE7D77-2D72-D813-219A-18BBAF8940F9}" dt="2026-01-23T07:55:59.137" v="423"/>
          <ac:spMkLst>
            <pc:docMk/>
            <pc:sldMk cId="63906869" sldId="295"/>
            <ac:spMk id="5" creationId="{53EF2DA0-3D4E-FB2F-29B7-A03BBD4E5545}"/>
          </ac:spMkLst>
        </pc:spChg>
        <pc:spChg chg="del">
          <ac:chgData name="Guest User" userId="" providerId="Windows Live" clId="Web-{B1FE7D77-2D72-D813-219A-18BBAF8940F9}" dt="2026-01-23T07:55:57.168" v="422"/>
          <ac:spMkLst>
            <pc:docMk/>
            <pc:sldMk cId="63906869" sldId="295"/>
            <ac:spMk id="6" creationId="{92036DCD-0133-E73D-28F6-2AE7BB92727B}"/>
          </ac:spMkLst>
        </pc:spChg>
        <pc:spChg chg="add">
          <ac:chgData name="Guest User" userId="" providerId="Windows Live" clId="Web-{B1FE7D77-2D72-D813-219A-18BBAF8940F9}" dt="2026-01-23T07:45:14.885" v="331"/>
          <ac:spMkLst>
            <pc:docMk/>
            <pc:sldMk cId="63906869" sldId="295"/>
            <ac:spMk id="7" creationId="{9AE6C60D-8D45-95A6-1B0A-CF2CED8732B0}"/>
          </ac:spMkLst>
        </pc:spChg>
        <pc:spChg chg="del mod">
          <ac:chgData name="Guest User" userId="" providerId="Windows Live" clId="Web-{B1FE7D77-2D72-D813-219A-18BBAF8940F9}" dt="2026-01-23T07:46:42.516" v="353"/>
          <ac:spMkLst>
            <pc:docMk/>
            <pc:sldMk cId="63906869" sldId="295"/>
            <ac:spMk id="9" creationId="{AE7768B7-3E53-C106-EAF7-616F854626E6}"/>
          </ac:spMkLst>
        </pc:spChg>
      </pc:sldChg>
      <pc:sldChg chg="addSp delSp modSp">
        <pc:chgData name="Guest User" userId="" providerId="Windows Live" clId="Web-{B1FE7D77-2D72-D813-219A-18BBAF8940F9}" dt="2026-01-23T08:10:00.816" v="550" actId="20577"/>
        <pc:sldMkLst>
          <pc:docMk/>
          <pc:sldMk cId="1301614935" sldId="296"/>
        </pc:sldMkLst>
        <pc:spChg chg="del">
          <ac:chgData name="Guest User" userId="" providerId="Windows Live" clId="Web-{B1FE7D77-2D72-D813-219A-18BBAF8940F9}" dt="2026-01-23T07:56:14.857" v="426"/>
          <ac:spMkLst>
            <pc:docMk/>
            <pc:sldMk cId="1301614935" sldId="296"/>
            <ac:spMk id="5" creationId="{0E5C268F-F3BE-7706-CDB5-FA0BDE055639}"/>
          </ac:spMkLst>
        </pc:spChg>
        <pc:spChg chg="mod">
          <ac:chgData name="Guest User" userId="" providerId="Windows Live" clId="Web-{B1FE7D77-2D72-D813-219A-18BBAF8940F9}" dt="2026-01-23T08:10:00.816" v="550" actId="20577"/>
          <ac:spMkLst>
            <pc:docMk/>
            <pc:sldMk cId="1301614935" sldId="296"/>
            <ac:spMk id="6" creationId="{88E85D71-A32D-7007-9680-6C9073402210}"/>
          </ac:spMkLst>
        </pc:spChg>
        <pc:spChg chg="add">
          <ac:chgData name="Guest User" userId="" providerId="Windows Live" clId="Web-{B1FE7D77-2D72-D813-219A-18BBAF8940F9}" dt="2026-01-23T07:45:10.932" v="328"/>
          <ac:spMkLst>
            <pc:docMk/>
            <pc:sldMk cId="1301614935" sldId="296"/>
            <ac:spMk id="7" creationId="{3F62F435-7583-2ACD-CA7A-9E4F012499C0}"/>
          </ac:spMkLst>
        </pc:spChg>
        <pc:spChg chg="del mod">
          <ac:chgData name="Guest User" userId="" providerId="Windows Live" clId="Web-{B1FE7D77-2D72-D813-219A-18BBAF8940F9}" dt="2026-01-23T07:46:08.482" v="345"/>
          <ac:spMkLst>
            <pc:docMk/>
            <pc:sldMk cId="1301614935" sldId="296"/>
            <ac:spMk id="9" creationId="{4D737D26-C3EE-C6B0-5796-461E9CAD7B76}"/>
          </ac:spMkLst>
        </pc:spChg>
      </pc:sldChg>
      <pc:sldChg chg="addSp delSp modSp">
        <pc:chgData name="Guest User" userId="" providerId="Windows Live" clId="Web-{B1FE7D77-2D72-D813-219A-18BBAF8940F9}" dt="2026-01-23T07:44:19.849" v="314"/>
        <pc:sldMkLst>
          <pc:docMk/>
          <pc:sldMk cId="441443182" sldId="298"/>
        </pc:sldMkLst>
        <pc:spChg chg="del">
          <ac:chgData name="Guest User" userId="" providerId="Windows Live" clId="Web-{B1FE7D77-2D72-D813-219A-18BBAF8940F9}" dt="2026-01-23T07:44:19.849" v="314"/>
          <ac:spMkLst>
            <pc:docMk/>
            <pc:sldMk cId="441443182" sldId="298"/>
            <ac:spMk id="4" creationId="{BBBB667D-0AB7-685A-8030-9D52AECA2175}"/>
          </ac:spMkLst>
        </pc:spChg>
        <pc:spChg chg="add mod">
          <ac:chgData name="Guest User" userId="" providerId="Windows Live" clId="Web-{B1FE7D77-2D72-D813-219A-18BBAF8940F9}" dt="2026-01-23T07:44:15.177" v="313" actId="20577"/>
          <ac:spMkLst>
            <pc:docMk/>
            <pc:sldMk cId="441443182" sldId="298"/>
            <ac:spMk id="5" creationId="{7FA1DCEC-D0B3-0B51-662C-5768200E2DCE}"/>
          </ac:spMkLst>
        </pc:spChg>
      </pc:sldChg>
      <pc:sldChg chg="addSp delSp modSp">
        <pc:chgData name="Guest User" userId="" providerId="Windows Live" clId="Web-{B1FE7D77-2D72-D813-219A-18BBAF8940F9}" dt="2026-01-23T08:11:46.208" v="554" actId="1076"/>
        <pc:sldMkLst>
          <pc:docMk/>
          <pc:sldMk cId="991262727" sldId="299"/>
        </pc:sldMkLst>
        <pc:spChg chg="del">
          <ac:chgData name="Guest User" userId="" providerId="Windows Live" clId="Web-{B1FE7D77-2D72-D813-219A-18BBAF8940F9}" dt="2026-01-23T07:56:08.669" v="425"/>
          <ac:spMkLst>
            <pc:docMk/>
            <pc:sldMk cId="991262727" sldId="299"/>
            <ac:spMk id="5" creationId="{3DD47004-33CE-3E82-DAE7-A8B3BBA03316}"/>
          </ac:spMkLst>
        </pc:spChg>
        <pc:spChg chg="mod">
          <ac:chgData name="Guest User" userId="" providerId="Windows Live" clId="Web-{B1FE7D77-2D72-D813-219A-18BBAF8940F9}" dt="2026-01-23T08:09:50.082" v="548" actId="20577"/>
          <ac:spMkLst>
            <pc:docMk/>
            <pc:sldMk cId="991262727" sldId="299"/>
            <ac:spMk id="6" creationId="{7CF54E70-2349-5A8A-AA27-2108A8F60392}"/>
          </ac:spMkLst>
        </pc:spChg>
        <pc:spChg chg="add">
          <ac:chgData name="Guest User" userId="" providerId="Windows Live" clId="Web-{B1FE7D77-2D72-D813-219A-18BBAF8940F9}" dt="2026-01-23T07:45:11.104" v="329"/>
          <ac:spMkLst>
            <pc:docMk/>
            <pc:sldMk cId="991262727" sldId="299"/>
            <ac:spMk id="7" creationId="{663C38D0-52C8-862C-42D5-CEA0B88E3152}"/>
          </ac:spMkLst>
        </pc:spChg>
        <pc:spChg chg="del mod">
          <ac:chgData name="Guest User" userId="" providerId="Windows Live" clId="Web-{B1FE7D77-2D72-D813-219A-18BBAF8940F9}" dt="2026-01-23T07:46:15.858" v="347"/>
          <ac:spMkLst>
            <pc:docMk/>
            <pc:sldMk cId="991262727" sldId="299"/>
            <ac:spMk id="9" creationId="{9A082FEB-EC88-65C8-EE79-B17FAE8FA11F}"/>
          </ac:spMkLst>
        </pc:spChg>
        <pc:picChg chg="del mod">
          <ac:chgData name="Guest User" userId="" providerId="Windows Live" clId="Web-{B1FE7D77-2D72-D813-219A-18BBAF8940F9}" dt="2026-01-23T08:10:23.269" v="551"/>
          <ac:picMkLst>
            <pc:docMk/>
            <pc:sldMk cId="991262727" sldId="299"/>
            <ac:picMk id="4" creationId="{F95D796C-ACB2-73DB-2607-C6FD53655E04}"/>
          </ac:picMkLst>
        </pc:picChg>
        <pc:picChg chg="add mod">
          <ac:chgData name="Guest User" userId="" providerId="Windows Live" clId="Web-{B1FE7D77-2D72-D813-219A-18BBAF8940F9}" dt="2026-01-23T08:11:46.208" v="554" actId="1076"/>
          <ac:picMkLst>
            <pc:docMk/>
            <pc:sldMk cId="991262727" sldId="299"/>
            <ac:picMk id="8" creationId="{1CE22672-4292-5473-F784-1519F80C153E}"/>
          </ac:picMkLst>
        </pc:picChg>
      </pc:sldChg>
      <pc:sldChg chg="addSp delSp modSp">
        <pc:chgData name="Guest User" userId="" providerId="Windows Live" clId="Web-{B1FE7D77-2D72-D813-219A-18BBAF8940F9}" dt="2026-01-23T08:12:08.192" v="556" actId="1076"/>
        <pc:sldMkLst>
          <pc:docMk/>
          <pc:sldMk cId="2227076217" sldId="300"/>
        </pc:sldMkLst>
        <pc:spChg chg="del">
          <ac:chgData name="Guest User" userId="" providerId="Windows Live" clId="Web-{B1FE7D77-2D72-D813-219A-18BBAF8940F9}" dt="2026-01-23T07:56:04.684" v="424"/>
          <ac:spMkLst>
            <pc:docMk/>
            <pc:sldMk cId="2227076217" sldId="300"/>
            <ac:spMk id="5" creationId="{53D6479B-C822-EF08-ED81-0116EEE48378}"/>
          </ac:spMkLst>
        </pc:spChg>
        <pc:spChg chg="del">
          <ac:chgData name="Guest User" userId="" providerId="Windows Live" clId="Web-{B1FE7D77-2D72-D813-219A-18BBAF8940F9}" dt="2026-01-23T08:06:17.938" v="518"/>
          <ac:spMkLst>
            <pc:docMk/>
            <pc:sldMk cId="2227076217" sldId="300"/>
            <ac:spMk id="6" creationId="{EC7B95A3-AFD2-6C0C-5041-B4F0640E9BC0}"/>
          </ac:spMkLst>
        </pc:spChg>
        <pc:spChg chg="add">
          <ac:chgData name="Guest User" userId="" providerId="Windows Live" clId="Web-{B1FE7D77-2D72-D813-219A-18BBAF8940F9}" dt="2026-01-23T07:45:13.604" v="330"/>
          <ac:spMkLst>
            <pc:docMk/>
            <pc:sldMk cId="2227076217" sldId="300"/>
            <ac:spMk id="7" creationId="{51335AF7-9940-5ED6-D44F-7077A867C267}"/>
          </ac:spMkLst>
        </pc:spChg>
        <pc:spChg chg="del mod">
          <ac:chgData name="Guest User" userId="" providerId="Windows Live" clId="Web-{B1FE7D77-2D72-D813-219A-18BBAF8940F9}" dt="2026-01-23T07:46:25.562" v="349"/>
          <ac:spMkLst>
            <pc:docMk/>
            <pc:sldMk cId="2227076217" sldId="300"/>
            <ac:spMk id="9" creationId="{BB8212C4-7E9B-1763-3088-3F877BC9633C}"/>
          </ac:spMkLst>
        </pc:spChg>
        <pc:spChg chg="add mod">
          <ac:chgData name="Guest User" userId="" providerId="Windows Live" clId="Web-{B1FE7D77-2D72-D813-219A-18BBAF8940F9}" dt="2026-01-23T08:08:29.081" v="527" actId="20577"/>
          <ac:spMkLst>
            <pc:docMk/>
            <pc:sldMk cId="2227076217" sldId="300"/>
            <ac:spMk id="10" creationId="{15AB0519-594B-4F75-FBC7-F9759CB79D15}"/>
          </ac:spMkLst>
        </pc:spChg>
        <pc:picChg chg="del mod">
          <ac:chgData name="Guest User" userId="" providerId="Windows Live" clId="Web-{B1FE7D77-2D72-D813-219A-18BBAF8940F9}" dt="2026-01-23T08:10:59.223" v="552"/>
          <ac:picMkLst>
            <pc:docMk/>
            <pc:sldMk cId="2227076217" sldId="300"/>
            <ac:picMk id="4" creationId="{07412845-755B-ADAB-7280-51D63B62F212}"/>
          </ac:picMkLst>
        </pc:picChg>
        <pc:picChg chg="add mod">
          <ac:chgData name="Guest User" userId="" providerId="Windows Live" clId="Web-{B1FE7D77-2D72-D813-219A-18BBAF8940F9}" dt="2026-01-23T08:12:08.192" v="556" actId="1076"/>
          <ac:picMkLst>
            <pc:docMk/>
            <pc:sldMk cId="2227076217" sldId="300"/>
            <ac:picMk id="11" creationId="{BBC7515D-C91A-BD61-8658-C28477E5FA83}"/>
          </ac:picMkLst>
        </pc:picChg>
      </pc:sldChg>
      <pc:sldChg chg="addSp delSp modSp add replId delAnim">
        <pc:chgData name="Guest User" userId="" providerId="Windows Live" clId="Web-{B1FE7D77-2D72-D813-219A-18BBAF8940F9}" dt="2026-01-23T07:55:14.525" v="421" actId="20577"/>
        <pc:sldMkLst>
          <pc:docMk/>
          <pc:sldMk cId="2237739809" sldId="301"/>
        </pc:sldMkLst>
        <pc:spChg chg="add mod">
          <ac:chgData name="Guest User" userId="" providerId="Windows Live" clId="Web-{B1FE7D77-2D72-D813-219A-18BBAF8940F9}" dt="2026-01-23T07:55:14.525" v="421" actId="20577"/>
          <ac:spMkLst>
            <pc:docMk/>
            <pc:sldMk cId="2237739809" sldId="301"/>
            <ac:spMk id="3" creationId="{EE440EB2-1F5D-B80F-B51B-CD50829CBDB5}"/>
          </ac:spMkLst>
        </pc:spChg>
        <pc:spChg chg="del">
          <ac:chgData name="Guest User" userId="" providerId="Windows Live" clId="Web-{B1FE7D77-2D72-D813-219A-18BBAF8940F9}" dt="2026-01-23T07:51:44.545" v="403"/>
          <ac:spMkLst>
            <pc:docMk/>
            <pc:sldMk cId="2237739809" sldId="301"/>
            <ac:spMk id="5" creationId="{8A42807C-2E15-07C9-2243-53BE859261B8}"/>
          </ac:spMkLst>
        </pc:spChg>
        <pc:spChg chg="del">
          <ac:chgData name="Guest User" userId="" providerId="Windows Live" clId="Web-{B1FE7D77-2D72-D813-219A-18BBAF8940F9}" dt="2026-01-23T07:51:40.732" v="402"/>
          <ac:spMkLst>
            <pc:docMk/>
            <pc:sldMk cId="2237739809" sldId="301"/>
            <ac:spMk id="6" creationId="{202951EB-7D41-D486-AB95-0BA02A3B2852}"/>
          </ac:spMkLst>
        </pc:spChg>
        <pc:spChg chg="mod">
          <ac:chgData name="Guest User" userId="" providerId="Windows Live" clId="Web-{B1FE7D77-2D72-D813-219A-18BBAF8940F9}" dt="2026-01-23T07:51:36.201" v="400" actId="20577"/>
          <ac:spMkLst>
            <pc:docMk/>
            <pc:sldMk cId="2237739809" sldId="301"/>
            <ac:spMk id="7" creationId="{583E7540-63C3-9B12-AC5B-5C1FCC6DC169}"/>
          </ac:spMkLst>
        </pc:spChg>
        <pc:picChg chg="del">
          <ac:chgData name="Guest User" userId="" providerId="Windows Live" clId="Web-{B1FE7D77-2D72-D813-219A-18BBAF8940F9}" dt="2026-01-23T07:51:36.873" v="401"/>
          <ac:picMkLst>
            <pc:docMk/>
            <pc:sldMk cId="2237739809" sldId="301"/>
            <ac:picMk id="4" creationId="{E40E0938-ECD8-DA2A-822B-6DF346951DFF}"/>
          </ac:picMkLst>
        </pc:picChg>
      </pc:sldChg>
      <pc:sldChg chg="modSp add replId">
        <pc:chgData name="Guest User" userId="" providerId="Windows Live" clId="Web-{B1FE7D77-2D72-D813-219A-18BBAF8940F9}" dt="2026-01-23T08:18:06.084" v="629" actId="20577"/>
        <pc:sldMkLst>
          <pc:docMk/>
          <pc:sldMk cId="2155619193" sldId="302"/>
        </pc:sldMkLst>
        <pc:spChg chg="mod">
          <ac:chgData name="Guest User" userId="" providerId="Windows Live" clId="Web-{B1FE7D77-2D72-D813-219A-18BBAF8940F9}" dt="2026-01-23T08:17:59.802" v="623" actId="20577"/>
          <ac:spMkLst>
            <pc:docMk/>
            <pc:sldMk cId="2155619193" sldId="302"/>
            <ac:spMk id="3" creationId="{6F3D7B18-CFCA-4D33-79A6-B4336820E0DD}"/>
          </ac:spMkLst>
        </pc:spChg>
        <pc:spChg chg="mod">
          <ac:chgData name="Guest User" userId="" providerId="Windows Live" clId="Web-{B1FE7D77-2D72-D813-219A-18BBAF8940F9}" dt="2026-01-23T08:18:06.084" v="629" actId="20577"/>
          <ac:spMkLst>
            <pc:docMk/>
            <pc:sldMk cId="2155619193" sldId="302"/>
            <ac:spMk id="7" creationId="{F4C12887-A384-2075-C9A0-6AF74648CFD4}"/>
          </ac:spMkLst>
        </pc:spChg>
      </pc:sldChg>
    </pc:docChg>
  </pc:docChgLst>
  <pc:docChgLst>
    <pc:chgData name="Guest User" providerId="Windows Live" clId="Web-{F1AF38EB-C0CD-256F-EAAC-6758CFC813D1}"/>
    <pc:docChg chg="modSld">
      <pc:chgData name="Guest User" userId="" providerId="Windows Live" clId="Web-{F1AF38EB-C0CD-256F-EAAC-6758CFC813D1}" dt="2026-01-22T03:31:48.010" v="1"/>
      <pc:docMkLst>
        <pc:docMk/>
      </pc:docMkLst>
      <pc:sldChg chg="modSp">
        <pc:chgData name="Guest User" userId="" providerId="Windows Live" clId="Web-{F1AF38EB-C0CD-256F-EAAC-6758CFC813D1}" dt="2026-01-22T03:31:48.010" v="1"/>
        <pc:sldMkLst>
          <pc:docMk/>
          <pc:sldMk cId="1373107355" sldId="289"/>
        </pc:sldMkLst>
        <pc:graphicFrameChg chg="modGraphic">
          <ac:chgData name="Guest User" userId="" providerId="Windows Live" clId="Web-{F1AF38EB-C0CD-256F-EAAC-6758CFC813D1}" dt="2026-01-22T03:31:48.010" v="1"/>
          <ac:graphicFrameMkLst>
            <pc:docMk/>
            <pc:sldMk cId="1373107355" sldId="289"/>
            <ac:graphicFrameMk id="2" creationId="{4A8B7B24-DAAA-4042-B56D-807E76AF2A87}"/>
          </ac:graphicFrameMkLst>
        </pc:graphicFrameChg>
      </pc:sldChg>
    </pc:docChg>
  </pc:docChgLst>
  <pc:docChgLst>
    <pc:chgData name="Guest User" providerId="Windows Live" clId="Web-{D348F9FA-1A22-1D0F-27AE-031DC80F4E3E}"/>
    <pc:docChg chg="addSld delSld modSld">
      <pc:chgData name="Guest User" userId="" providerId="Windows Live" clId="Web-{D348F9FA-1A22-1D0F-27AE-031DC80F4E3E}" dt="2026-01-22T04:32:25.927" v="250"/>
      <pc:docMkLst>
        <pc:docMk/>
      </pc:docMkLst>
      <pc:sldChg chg="del">
        <pc:chgData name="Guest User" userId="" providerId="Windows Live" clId="Web-{D348F9FA-1A22-1D0F-27AE-031DC80F4E3E}" dt="2026-01-22T04:16:11.872" v="37"/>
        <pc:sldMkLst>
          <pc:docMk/>
          <pc:sldMk cId="0" sldId="257"/>
        </pc:sldMkLst>
      </pc:sldChg>
      <pc:sldChg chg="modSp">
        <pc:chgData name="Guest User" userId="" providerId="Windows Live" clId="Web-{D348F9FA-1A22-1D0F-27AE-031DC80F4E3E}" dt="2026-01-22T03:47:20.140" v="19" actId="20577"/>
        <pc:sldMkLst>
          <pc:docMk/>
          <pc:sldMk cId="1184384350" sldId="276"/>
        </pc:sldMkLst>
        <pc:spChg chg="mod">
          <ac:chgData name="Guest User" userId="" providerId="Windows Live" clId="Web-{D348F9FA-1A22-1D0F-27AE-031DC80F4E3E}" dt="2026-01-22T03:47:20.140" v="19" actId="20577"/>
          <ac:spMkLst>
            <pc:docMk/>
            <pc:sldMk cId="1184384350" sldId="276"/>
            <ac:spMk id="9" creationId="{D85D3A6D-980D-4038-BDDC-E70D74613388}"/>
          </ac:spMkLst>
        </pc:spChg>
      </pc:sldChg>
      <pc:sldChg chg="del">
        <pc:chgData name="Guest User" userId="" providerId="Windows Live" clId="Web-{D348F9FA-1A22-1D0F-27AE-031DC80F4E3E}" dt="2026-01-22T03:44:22.321" v="1"/>
        <pc:sldMkLst>
          <pc:docMk/>
          <pc:sldMk cId="3301204118" sldId="281"/>
        </pc:sldMkLst>
      </pc:sldChg>
      <pc:sldChg chg="modSp">
        <pc:chgData name="Guest User" userId="" providerId="Windows Live" clId="Web-{D348F9FA-1A22-1D0F-27AE-031DC80F4E3E}" dt="2026-01-22T04:17:40.378" v="87"/>
        <pc:sldMkLst>
          <pc:docMk/>
          <pc:sldMk cId="1373107355" sldId="289"/>
        </pc:sldMkLst>
        <pc:graphicFrameChg chg="mod modGraphic">
          <ac:chgData name="Guest User" userId="" providerId="Windows Live" clId="Web-{D348F9FA-1A22-1D0F-27AE-031DC80F4E3E}" dt="2026-01-22T04:17:40.378" v="87"/>
          <ac:graphicFrameMkLst>
            <pc:docMk/>
            <pc:sldMk cId="1373107355" sldId="289"/>
            <ac:graphicFrameMk id="2" creationId="{4A8B7B24-DAAA-4042-B56D-807E76AF2A87}"/>
          </ac:graphicFrameMkLst>
        </pc:graphicFrameChg>
      </pc:sldChg>
      <pc:sldChg chg="modSp">
        <pc:chgData name="Guest User" userId="" providerId="Windows Live" clId="Web-{D348F9FA-1A22-1D0F-27AE-031DC80F4E3E}" dt="2026-01-22T04:16:06.746" v="36" actId="1076"/>
        <pc:sldMkLst>
          <pc:docMk/>
          <pc:sldMk cId="1872904258" sldId="292"/>
        </pc:sldMkLst>
        <pc:spChg chg="mod">
          <ac:chgData name="Guest User" userId="" providerId="Windows Live" clId="Web-{D348F9FA-1A22-1D0F-27AE-031DC80F4E3E}" dt="2026-01-22T04:16:06.746" v="36" actId="1076"/>
          <ac:spMkLst>
            <pc:docMk/>
            <pc:sldMk cId="1872904258" sldId="292"/>
            <ac:spMk id="7" creationId="{8146029A-FF36-ACEE-329B-F417D93EA504}"/>
          </ac:spMkLst>
        </pc:spChg>
      </pc:sldChg>
      <pc:sldChg chg="addSp delSp modSp">
        <pc:chgData name="Guest User" userId="" providerId="Windows Live" clId="Web-{D348F9FA-1A22-1D0F-27AE-031DC80F4E3E}" dt="2026-01-22T04:19:43.759" v="95"/>
        <pc:sldMkLst>
          <pc:docMk/>
          <pc:sldMk cId="2719771907" sldId="293"/>
        </pc:sldMkLst>
        <pc:picChg chg="add del mod modCrop">
          <ac:chgData name="Guest User" userId="" providerId="Windows Live" clId="Web-{D348F9FA-1A22-1D0F-27AE-031DC80F4E3E}" dt="2026-01-22T04:19:43.759" v="95"/>
          <ac:picMkLst>
            <pc:docMk/>
            <pc:sldMk cId="2719771907" sldId="293"/>
            <ac:picMk id="3" creationId="{23172164-2908-0102-B924-5065D114F600}"/>
          </ac:picMkLst>
        </pc:picChg>
        <pc:picChg chg="mod">
          <ac:chgData name="Guest User" userId="" providerId="Windows Live" clId="Web-{D348F9FA-1A22-1D0F-27AE-031DC80F4E3E}" dt="2026-01-22T04:19:13.054" v="90" actId="1076"/>
          <ac:picMkLst>
            <pc:docMk/>
            <pc:sldMk cId="2719771907" sldId="293"/>
            <ac:picMk id="152" creationId="{336548D0-A9BF-05C4-41BF-4303455C92B0}"/>
          </ac:picMkLst>
        </pc:picChg>
      </pc:sldChg>
      <pc:sldChg chg="modSp">
        <pc:chgData name="Guest User" userId="" providerId="Windows Live" clId="Web-{D348F9FA-1A22-1D0F-27AE-031DC80F4E3E}" dt="2026-01-22T03:44:31.556" v="4" actId="20577"/>
        <pc:sldMkLst>
          <pc:docMk/>
          <pc:sldMk cId="63906869" sldId="295"/>
        </pc:sldMkLst>
        <pc:spChg chg="mod">
          <ac:chgData name="Guest User" userId="" providerId="Windows Live" clId="Web-{D348F9FA-1A22-1D0F-27AE-031DC80F4E3E}" dt="2026-01-22T03:44:31.556" v="4" actId="20577"/>
          <ac:spMkLst>
            <pc:docMk/>
            <pc:sldMk cId="63906869" sldId="295"/>
            <ac:spMk id="6" creationId="{92036DCD-0133-E73D-28F6-2AE7BB92727B}"/>
          </ac:spMkLst>
        </pc:spChg>
      </pc:sldChg>
      <pc:sldChg chg="addSp delSp modSp add replId delAnim">
        <pc:chgData name="Guest User" userId="" providerId="Windows Live" clId="Web-{D348F9FA-1A22-1D0F-27AE-031DC80F4E3E}" dt="2026-01-22T04:31:37.192" v="246"/>
        <pc:sldMkLst>
          <pc:docMk/>
          <pc:sldMk cId="1301614935" sldId="296"/>
        </pc:sldMkLst>
        <pc:spChg chg="mod">
          <ac:chgData name="Guest User" userId="" providerId="Windows Live" clId="Web-{D348F9FA-1A22-1D0F-27AE-031DC80F4E3E}" dt="2026-01-22T04:25:29.267" v="215" actId="20577"/>
          <ac:spMkLst>
            <pc:docMk/>
            <pc:sldMk cId="1301614935" sldId="296"/>
            <ac:spMk id="6" creationId="{88E85D71-A32D-7007-9680-6C9073402210}"/>
          </ac:spMkLst>
        </pc:spChg>
        <pc:spChg chg="add del mod">
          <ac:chgData name="Guest User" userId="" providerId="Windows Live" clId="Web-{D348F9FA-1A22-1D0F-27AE-031DC80F4E3E}" dt="2026-01-22T04:26:40.361" v="218"/>
          <ac:spMkLst>
            <pc:docMk/>
            <pc:sldMk cId="1301614935" sldId="296"/>
            <ac:spMk id="7" creationId="{9503FF8A-3D76-9851-2A44-7C5A6C98C7C8}"/>
          </ac:spMkLst>
        </pc:spChg>
        <pc:picChg chg="del">
          <ac:chgData name="Guest User" userId="" providerId="Windows Live" clId="Web-{D348F9FA-1A22-1D0F-27AE-031DC80F4E3E}" dt="2026-01-22T04:13:29.354" v="35"/>
          <ac:picMkLst>
            <pc:docMk/>
            <pc:sldMk cId="1301614935" sldId="296"/>
            <ac:picMk id="3" creationId="{F2874E4F-1DDD-4A90-7D8E-811D105B5357}"/>
          </ac:picMkLst>
        </pc:picChg>
        <pc:picChg chg="add mod">
          <ac:chgData name="Guest User" userId="" providerId="Windows Live" clId="Web-{D348F9FA-1A22-1D0F-27AE-031DC80F4E3E}" dt="2026-01-22T04:27:57.722" v="231" actId="1076"/>
          <ac:picMkLst>
            <pc:docMk/>
            <pc:sldMk cId="1301614935" sldId="296"/>
            <ac:picMk id="4" creationId="{A74807B2-B918-7C2A-EDF8-4DA0E34304F1}"/>
          </ac:picMkLst>
        </pc:picChg>
        <pc:inkChg chg="add del">
          <ac:chgData name="Guest User" userId="" providerId="Windows Live" clId="Web-{D348F9FA-1A22-1D0F-27AE-031DC80F4E3E}" dt="2026-01-22T04:30:23.582" v="244"/>
          <ac:inkMkLst>
            <pc:docMk/>
            <pc:sldMk cId="1301614935" sldId="296"/>
            <ac:inkMk id="13" creationId="{F998A46D-ED80-12BB-A8D1-204F3047EAB9}"/>
          </ac:inkMkLst>
        </pc:inkChg>
        <pc:inkChg chg="add">
          <ac:chgData name="Guest User" userId="" providerId="Windows Live" clId="Web-{D348F9FA-1A22-1D0F-27AE-031DC80F4E3E}" dt="2026-01-22T04:31:26.270" v="245"/>
          <ac:inkMkLst>
            <pc:docMk/>
            <pc:sldMk cId="1301614935" sldId="296"/>
            <ac:inkMk id="14" creationId="{A8301F6C-A787-E4C5-E54C-71A11014A855}"/>
          </ac:inkMkLst>
        </pc:inkChg>
        <pc:inkChg chg="add">
          <ac:chgData name="Guest User" userId="" providerId="Windows Live" clId="Web-{D348F9FA-1A22-1D0F-27AE-031DC80F4E3E}" dt="2026-01-22T04:31:37.192" v="246"/>
          <ac:inkMkLst>
            <pc:docMk/>
            <pc:sldMk cId="1301614935" sldId="296"/>
            <ac:inkMk id="15" creationId="{54FD9A27-6B89-A835-AE64-A66AF0EB4975}"/>
          </ac:inkMkLst>
        </pc:inkChg>
        <pc:cxnChg chg="add del mod">
          <ac:chgData name="Guest User" userId="" providerId="Windows Live" clId="Web-{D348F9FA-1A22-1D0F-27AE-031DC80F4E3E}" dt="2026-01-22T04:29:01.004" v="241"/>
          <ac:cxnSpMkLst>
            <pc:docMk/>
            <pc:sldMk cId="1301614935" sldId="296"/>
            <ac:cxnSpMk id="8" creationId="{BD085485-A8C3-8931-4F2E-DCA80F85321C}"/>
          </ac:cxnSpMkLst>
        </pc:cxnChg>
        <pc:cxnChg chg="add del mod">
          <ac:chgData name="Guest User" userId="" providerId="Windows Live" clId="Web-{D348F9FA-1A22-1D0F-27AE-031DC80F4E3E}" dt="2026-01-22T04:28:58.535" v="240"/>
          <ac:cxnSpMkLst>
            <pc:docMk/>
            <pc:sldMk cId="1301614935" sldId="296"/>
            <ac:cxnSpMk id="10" creationId="{9D6DA6AC-65BE-96C9-B974-8CBECA8EC7B9}"/>
          </ac:cxnSpMkLst>
        </pc:cxnChg>
        <pc:cxnChg chg="add del mod">
          <ac:chgData name="Guest User" userId="" providerId="Windows Live" clId="Web-{D348F9FA-1A22-1D0F-27AE-031DC80F4E3E}" dt="2026-01-22T04:28:55.894" v="239"/>
          <ac:cxnSpMkLst>
            <pc:docMk/>
            <pc:sldMk cId="1301614935" sldId="296"/>
            <ac:cxnSpMk id="11" creationId="{C8CB4EC5-50CE-C565-55F8-B08D617ED8FA}"/>
          </ac:cxnSpMkLst>
        </pc:cxnChg>
        <pc:cxnChg chg="add del mod">
          <ac:chgData name="Guest User" userId="" providerId="Windows Live" clId="Web-{D348F9FA-1A22-1D0F-27AE-031DC80F4E3E}" dt="2026-01-22T04:29:03.316" v="242"/>
          <ac:cxnSpMkLst>
            <pc:docMk/>
            <pc:sldMk cId="1301614935" sldId="296"/>
            <ac:cxnSpMk id="12" creationId="{C6557AB0-4469-978B-4A3C-68E085767A16}"/>
          </ac:cxnSpMkLst>
        </pc:cxnChg>
      </pc:sldChg>
      <pc:sldChg chg="addSp delSp modSp new add del">
        <pc:chgData name="Guest User" userId="" providerId="Windows Live" clId="Web-{D348F9FA-1A22-1D0F-27AE-031DC80F4E3E}" dt="2026-01-22T04:20:54.823" v="111"/>
        <pc:sldMkLst>
          <pc:docMk/>
          <pc:sldMk cId="1733914736" sldId="297"/>
        </pc:sldMkLst>
        <pc:picChg chg="add del mod">
          <ac:chgData name="Guest User" userId="" providerId="Windows Live" clId="Web-{D348F9FA-1A22-1D0F-27AE-031DC80F4E3E}" dt="2026-01-22T04:20:40.479" v="106"/>
          <ac:picMkLst>
            <pc:docMk/>
            <pc:sldMk cId="1733914736" sldId="297"/>
            <ac:picMk id="4" creationId="{F5977351-94D1-7E2C-33DB-15C3AC6F4461}"/>
          </ac:picMkLst>
        </pc:picChg>
      </pc:sldChg>
      <pc:sldChg chg="addSp delSp modSp add replId">
        <pc:chgData name="Guest User" userId="" providerId="Windows Live" clId="Web-{D348F9FA-1A22-1D0F-27AE-031DC80F4E3E}" dt="2026-01-22T04:22:22.888" v="129" actId="14100"/>
        <pc:sldMkLst>
          <pc:docMk/>
          <pc:sldMk cId="441443182" sldId="298"/>
        </pc:sldMkLst>
        <pc:spChg chg="add del">
          <ac:chgData name="Guest User" userId="" providerId="Windows Live" clId="Web-{D348F9FA-1A22-1D0F-27AE-031DC80F4E3E}" dt="2026-01-22T04:21:16.668" v="114"/>
          <ac:spMkLst>
            <pc:docMk/>
            <pc:sldMk cId="441443182" sldId="298"/>
            <ac:spMk id="3" creationId="{5BF51BC4-C7C2-2D20-28D7-A6084E27B34D}"/>
          </ac:spMkLst>
        </pc:spChg>
        <pc:spChg chg="add mod">
          <ac:chgData name="Guest User" userId="" providerId="Windows Live" clId="Web-{D348F9FA-1A22-1D0F-27AE-031DC80F4E3E}" dt="2026-01-22T04:22:22.888" v="129" actId="14100"/>
          <ac:spMkLst>
            <pc:docMk/>
            <pc:sldMk cId="441443182" sldId="298"/>
            <ac:spMk id="4" creationId="{BBBB667D-0AB7-685A-8030-9D52AECA2175}"/>
          </ac:spMkLst>
        </pc:spChg>
        <pc:spChg chg="del">
          <ac:chgData name="Guest User" userId="" providerId="Windows Live" clId="Web-{D348F9FA-1A22-1D0F-27AE-031DC80F4E3E}" dt="2026-01-22T04:20:02.931" v="100"/>
          <ac:spMkLst>
            <pc:docMk/>
            <pc:sldMk cId="441443182" sldId="298"/>
            <ac:spMk id="9" creationId="{A9D82AF0-C7F0-5A54-C3B9-90FE2E3B480B}"/>
          </ac:spMkLst>
        </pc:spChg>
        <pc:spChg chg="del">
          <ac:chgData name="Guest User" userId="" providerId="Windows Live" clId="Web-{D348F9FA-1A22-1D0F-27AE-031DC80F4E3E}" dt="2026-01-22T04:20:00.665" v="99"/>
          <ac:spMkLst>
            <pc:docMk/>
            <pc:sldMk cId="441443182" sldId="298"/>
            <ac:spMk id="10" creationId="{AFCBE22D-D81D-068E-0893-1DA3BF268ACE}"/>
          </ac:spMkLst>
        </pc:spChg>
        <pc:picChg chg="add mod">
          <ac:chgData name="Guest User" userId="" providerId="Windows Live" clId="Web-{D348F9FA-1A22-1D0F-27AE-031DC80F4E3E}" dt="2026-01-22T04:21:06.246" v="112" actId="1076"/>
          <ac:picMkLst>
            <pc:docMk/>
            <pc:sldMk cId="441443182" sldId="298"/>
            <ac:picMk id="2" creationId="{0B802803-FE58-1DAC-9820-AB16AB6B27D6}"/>
          </ac:picMkLst>
        </pc:picChg>
      </pc:sldChg>
      <pc:sldChg chg="addSp delSp add replId">
        <pc:chgData name="Guest User" userId="" providerId="Windows Live" clId="Web-{D348F9FA-1A22-1D0F-27AE-031DC80F4E3E}" dt="2026-01-22T04:32:25.927" v="250"/>
        <pc:sldMkLst>
          <pc:docMk/>
          <pc:sldMk cId="991262727" sldId="299"/>
        </pc:sldMkLst>
        <pc:inkChg chg="add del">
          <ac:chgData name="Guest User" userId="" providerId="Windows Live" clId="Web-{D348F9FA-1A22-1D0F-27AE-031DC80F4E3E}" dt="2026-01-22T04:32:25.927" v="250"/>
          <ac:inkMkLst>
            <pc:docMk/>
            <pc:sldMk cId="991262727" sldId="299"/>
            <ac:inkMk id="3" creationId="{7290D042-7603-8777-DBE7-58DB4A59ECC4}"/>
          </ac:inkMkLst>
        </pc:inkChg>
        <pc:inkChg chg="add del">
          <ac:chgData name="Guest User" userId="" providerId="Windows Live" clId="Web-{D348F9FA-1A22-1D0F-27AE-031DC80F4E3E}" dt="2026-01-22T04:32:25.927" v="249"/>
          <ac:inkMkLst>
            <pc:docMk/>
            <pc:sldMk cId="991262727" sldId="299"/>
            <ac:inkMk id="7" creationId="{9267FFD4-78E2-6E88-AB08-B5B88F51041D}"/>
          </ac:inkMkLst>
        </pc:inkChg>
      </pc:sldChg>
      <pc:sldChg chg="add replId">
        <pc:chgData name="Guest User" userId="" providerId="Windows Live" clId="Web-{D348F9FA-1A22-1D0F-27AE-031DC80F4E3E}" dt="2026-01-22T04:23:05.280" v="133"/>
        <pc:sldMkLst>
          <pc:docMk/>
          <pc:sldMk cId="2227076217" sldId="300"/>
        </pc:sldMkLst>
      </pc:sldChg>
    </pc:docChg>
  </pc:docChgLst>
  <pc:docChgLst>
    <pc:chgData name="Yashwanth S" userId="32ff6bc2d3dfd187" providerId="LiveId" clId="{3168637D-B18D-40D7-B401-26832BE83D8F}"/>
    <pc:docChg chg="undo custSel addSld delSld modSld">
      <pc:chgData name="Yashwanth S" userId="32ff6bc2d3dfd187" providerId="LiveId" clId="{3168637D-B18D-40D7-B401-26832BE83D8F}" dt="2026-01-22T02:06:19.622" v="2991" actId="1076"/>
      <pc:docMkLst>
        <pc:docMk/>
      </pc:docMkLst>
      <pc:sldChg chg="modSp mod">
        <pc:chgData name="Yashwanth S" userId="32ff6bc2d3dfd187" providerId="LiveId" clId="{3168637D-B18D-40D7-B401-26832BE83D8F}" dt="2026-01-22T00:50:12.193" v="1347" actId="20577"/>
        <pc:sldMkLst>
          <pc:docMk/>
          <pc:sldMk cId="0" sldId="256"/>
        </pc:sldMkLst>
        <pc:spChg chg="mod">
          <ac:chgData name="Yashwanth S" userId="32ff6bc2d3dfd187" providerId="LiveId" clId="{3168637D-B18D-40D7-B401-26832BE83D8F}" dt="2026-01-21T13:51:18.013" v="425" actId="1076"/>
          <ac:spMkLst>
            <pc:docMk/>
            <pc:sldMk cId="0" sldId="256"/>
            <ac:spMk id="11" creationId="{46DE6A34-6C1A-4290-BD13-56E66B2E9DB8}"/>
          </ac:spMkLst>
        </pc:spChg>
        <pc:spChg chg="mod">
          <ac:chgData name="Yashwanth S" userId="32ff6bc2d3dfd187" providerId="LiveId" clId="{3168637D-B18D-40D7-B401-26832BE83D8F}" dt="2026-01-22T00:50:12.193" v="1347" actId="20577"/>
          <ac:spMkLst>
            <pc:docMk/>
            <pc:sldMk cId="0" sldId="256"/>
            <ac:spMk id="14" creationId="{38ED152B-705A-4827-8125-8897A1D76B4C}"/>
          </ac:spMkLst>
        </pc:spChg>
        <pc:spChg chg="mod">
          <ac:chgData name="Yashwanth S" userId="32ff6bc2d3dfd187" providerId="LiveId" clId="{3168637D-B18D-40D7-B401-26832BE83D8F}" dt="2026-01-21T13:51:44.713" v="431" actId="1076"/>
          <ac:spMkLst>
            <pc:docMk/>
            <pc:sldMk cId="0" sldId="256"/>
            <ac:spMk id="15" creationId="{5002A281-0CE7-471F-BC49-52FFD3C152ED}"/>
          </ac:spMkLst>
        </pc:spChg>
        <pc:picChg chg="mod">
          <ac:chgData name="Yashwanth S" userId="32ff6bc2d3dfd187" providerId="LiveId" clId="{3168637D-B18D-40D7-B401-26832BE83D8F}" dt="2026-01-21T13:51:40.902" v="430" actId="1076"/>
          <ac:picMkLst>
            <pc:docMk/>
            <pc:sldMk cId="0" sldId="256"/>
            <ac:picMk id="36" creationId="{00000000-0000-0000-0000-000000000000}"/>
          </ac:picMkLst>
        </pc:picChg>
      </pc:sldChg>
      <pc:sldChg chg="modSp mod">
        <pc:chgData name="Yashwanth S" userId="32ff6bc2d3dfd187" providerId="LiveId" clId="{3168637D-B18D-40D7-B401-26832BE83D8F}" dt="2026-01-21T13:53:37.877" v="445" actId="1076"/>
        <pc:sldMkLst>
          <pc:docMk/>
          <pc:sldMk cId="0" sldId="259"/>
        </pc:sldMkLst>
        <pc:spChg chg="mod">
          <ac:chgData name="Yashwanth S" userId="32ff6bc2d3dfd187" providerId="LiveId" clId="{3168637D-B18D-40D7-B401-26832BE83D8F}" dt="2026-01-21T13:53:37.877" v="445" actId="1076"/>
          <ac:spMkLst>
            <pc:docMk/>
            <pc:sldMk cId="0" sldId="259"/>
            <ac:spMk id="15" creationId="{423A3CB2-1766-4BB9-AB88-70F0B552B28B}"/>
          </ac:spMkLst>
        </pc:spChg>
        <pc:picChg chg="mod">
          <ac:chgData name="Yashwanth S" userId="32ff6bc2d3dfd187" providerId="LiveId" clId="{3168637D-B18D-40D7-B401-26832BE83D8F}" dt="2026-01-21T13:53:34.286" v="444" actId="1076"/>
          <ac:picMkLst>
            <pc:docMk/>
            <pc:sldMk cId="0" sldId="259"/>
            <ac:picMk id="76" creationId="{00000000-0000-0000-0000-000000000000}"/>
          </ac:picMkLst>
        </pc:picChg>
      </pc:sldChg>
      <pc:sldChg chg="addSp delSp modSp mod">
        <pc:chgData name="Yashwanth S" userId="32ff6bc2d3dfd187" providerId="LiveId" clId="{3168637D-B18D-40D7-B401-26832BE83D8F}" dt="2026-01-21T14:03:38.748" v="623" actId="20577"/>
        <pc:sldMkLst>
          <pc:docMk/>
          <pc:sldMk cId="0" sldId="263"/>
        </pc:sldMkLst>
        <pc:spChg chg="add del mod">
          <ac:chgData name="Yashwanth S" userId="32ff6bc2d3dfd187" providerId="LiveId" clId="{3168637D-B18D-40D7-B401-26832BE83D8F}" dt="2026-01-21T14:03:38.748" v="623" actId="20577"/>
          <ac:spMkLst>
            <pc:docMk/>
            <pc:sldMk cId="0" sldId="263"/>
            <ac:spMk id="15" creationId="{B2FD67F7-6BC4-404B-AA59-1A8D96C42453}"/>
          </ac:spMkLst>
        </pc:spChg>
      </pc:sldChg>
      <pc:sldChg chg="modSp mod">
        <pc:chgData name="Yashwanth S" userId="32ff6bc2d3dfd187" providerId="LiveId" clId="{3168637D-B18D-40D7-B401-26832BE83D8F}" dt="2026-01-21T14:20:15.128" v="984" actId="1076"/>
        <pc:sldMkLst>
          <pc:docMk/>
          <pc:sldMk cId="3706411690" sldId="277"/>
        </pc:sldMkLst>
        <pc:spChg chg="mod">
          <ac:chgData name="Yashwanth S" userId="32ff6bc2d3dfd187" providerId="LiveId" clId="{3168637D-B18D-40D7-B401-26832BE83D8F}" dt="2026-01-21T14:20:08.037" v="981" actId="255"/>
          <ac:spMkLst>
            <pc:docMk/>
            <pc:sldMk cId="3706411690" sldId="277"/>
            <ac:spMk id="12" creationId="{C0A325CB-FC1B-4D6C-A0DF-02D92F6AF912}"/>
          </ac:spMkLst>
        </pc:spChg>
        <pc:picChg chg="mod">
          <ac:chgData name="Yashwanth S" userId="32ff6bc2d3dfd187" providerId="LiveId" clId="{3168637D-B18D-40D7-B401-26832BE83D8F}" dt="2026-01-21T14:20:15.128" v="984" actId="1076"/>
          <ac:picMkLst>
            <pc:docMk/>
            <pc:sldMk cId="3706411690" sldId="277"/>
            <ac:picMk id="152" creationId="{00000000-0000-0000-0000-000000000000}"/>
          </ac:picMkLst>
        </pc:picChg>
      </pc:sldChg>
      <pc:sldChg chg="modSp mod">
        <pc:chgData name="Yashwanth S" userId="32ff6bc2d3dfd187" providerId="LiveId" clId="{3168637D-B18D-40D7-B401-26832BE83D8F}" dt="2026-01-21T14:48:07.618" v="1290" actId="20577"/>
        <pc:sldMkLst>
          <pc:docMk/>
          <pc:sldMk cId="3746456507" sldId="283"/>
        </pc:sldMkLst>
      </pc:sldChg>
      <pc:sldChg chg="modSp mod">
        <pc:chgData name="Yashwanth S" userId="32ff6bc2d3dfd187" providerId="LiveId" clId="{3168637D-B18D-40D7-B401-26832BE83D8F}" dt="2026-01-21T14:29:21.186" v="1097" actId="1076"/>
        <pc:sldMkLst>
          <pc:docMk/>
          <pc:sldMk cId="1505921109" sldId="285"/>
        </pc:sldMkLst>
        <pc:graphicFrameChg chg="mod modGraphic">
          <ac:chgData name="Yashwanth S" userId="32ff6bc2d3dfd187" providerId="LiveId" clId="{3168637D-B18D-40D7-B401-26832BE83D8F}" dt="2026-01-21T14:29:21.186" v="1097" actId="1076"/>
          <ac:graphicFrameMkLst>
            <pc:docMk/>
            <pc:sldMk cId="1505921109" sldId="285"/>
            <ac:graphicFrameMk id="2" creationId="{4A8B7B24-DAAA-4042-B56D-807E76AF2A87}"/>
          </ac:graphicFrameMkLst>
        </pc:graphicFrameChg>
      </pc:sldChg>
      <pc:sldChg chg="addSp delSp modSp mod">
        <pc:chgData name="Yashwanth S" userId="32ff6bc2d3dfd187" providerId="LiveId" clId="{3168637D-B18D-40D7-B401-26832BE83D8F}" dt="2026-01-21T14:46:04.197" v="1208" actId="1076"/>
        <pc:sldMkLst>
          <pc:docMk/>
          <pc:sldMk cId="1297431312" sldId="286"/>
        </pc:sldMkLst>
        <pc:picChg chg="mod">
          <ac:chgData name="Yashwanth S" userId="32ff6bc2d3dfd187" providerId="LiveId" clId="{3168637D-B18D-40D7-B401-26832BE83D8F}" dt="2026-01-21T14:44:15.474" v="1183" actId="1076"/>
          <ac:picMkLst>
            <pc:docMk/>
            <pc:sldMk cId="1297431312" sldId="286"/>
            <ac:picMk id="152" creationId="{00000000-0000-0000-0000-000000000000}"/>
          </ac:picMkLst>
        </pc:picChg>
        <pc:picChg chg="add mod">
          <ac:chgData name="Yashwanth S" userId="32ff6bc2d3dfd187" providerId="LiveId" clId="{3168637D-B18D-40D7-B401-26832BE83D8F}" dt="2026-01-21T14:45:36.507" v="1197" actId="1076"/>
          <ac:picMkLst>
            <pc:docMk/>
            <pc:sldMk cId="1297431312" sldId="286"/>
            <ac:picMk id="1030" creationId="{64D58A4C-3DFD-47C7-FBB7-E6274EF152BE}"/>
          </ac:picMkLst>
        </pc:picChg>
      </pc:sldChg>
      <pc:sldChg chg="modSp mod">
        <pc:chgData name="Yashwanth S" userId="32ff6bc2d3dfd187" providerId="LiveId" clId="{3168637D-B18D-40D7-B401-26832BE83D8F}" dt="2026-01-21T14:29:26.697" v="1099" actId="20577"/>
        <pc:sldMkLst>
          <pc:docMk/>
          <pc:sldMk cId="2217400845" sldId="287"/>
        </pc:sldMkLst>
        <pc:graphicFrameChg chg="mod modGraphic">
          <ac:chgData name="Yashwanth S" userId="32ff6bc2d3dfd187" providerId="LiveId" clId="{3168637D-B18D-40D7-B401-26832BE83D8F}" dt="2026-01-21T14:29:26.697" v="1099" actId="20577"/>
          <ac:graphicFrameMkLst>
            <pc:docMk/>
            <pc:sldMk cId="2217400845" sldId="287"/>
            <ac:graphicFrameMk id="2" creationId="{4A8B7B24-DAAA-4042-B56D-807E76AF2A87}"/>
          </ac:graphicFrameMkLst>
        </pc:graphicFrameChg>
      </pc:sldChg>
      <pc:sldChg chg="modSp mod">
        <pc:chgData name="Yashwanth S" userId="32ff6bc2d3dfd187" providerId="LiveId" clId="{3168637D-B18D-40D7-B401-26832BE83D8F}" dt="2026-01-21T14:33:26.686" v="1145" actId="20577"/>
        <pc:sldMkLst>
          <pc:docMk/>
          <pc:sldMk cId="3128917378" sldId="288"/>
        </pc:sldMkLst>
        <pc:graphicFrameChg chg="mod modGraphic">
          <ac:chgData name="Yashwanth S" userId="32ff6bc2d3dfd187" providerId="LiveId" clId="{3168637D-B18D-40D7-B401-26832BE83D8F}" dt="2026-01-21T14:33:26.686" v="1145" actId="20577"/>
          <ac:graphicFrameMkLst>
            <pc:docMk/>
            <pc:sldMk cId="3128917378" sldId="288"/>
            <ac:graphicFrameMk id="2" creationId="{4A8B7B24-DAAA-4042-B56D-807E76AF2A87}"/>
          </ac:graphicFrameMkLst>
        </pc:graphicFrameChg>
      </pc:sldChg>
      <pc:sldChg chg="modSp mod">
        <pc:chgData name="Yashwanth S" userId="32ff6bc2d3dfd187" providerId="LiveId" clId="{3168637D-B18D-40D7-B401-26832BE83D8F}" dt="2026-01-21T14:35:06.545" v="1168" actId="113"/>
        <pc:sldMkLst>
          <pc:docMk/>
          <pc:sldMk cId="1373107355" sldId="289"/>
        </pc:sldMkLst>
        <pc:graphicFrameChg chg="mod modGraphic">
          <ac:chgData name="Yashwanth S" userId="32ff6bc2d3dfd187" providerId="LiveId" clId="{3168637D-B18D-40D7-B401-26832BE83D8F}" dt="2026-01-21T14:35:06.545" v="1168" actId="113"/>
          <ac:graphicFrameMkLst>
            <pc:docMk/>
            <pc:sldMk cId="1373107355" sldId="289"/>
            <ac:graphicFrameMk id="2" creationId="{4A8B7B24-DAAA-4042-B56D-807E76AF2A87}"/>
          </ac:graphicFrameMkLst>
        </pc:graphicFrameChg>
      </pc:sldChg>
      <pc:sldChg chg="addSp delSp modSp mod">
        <pc:chgData name="Yashwanth S" userId="32ff6bc2d3dfd187" providerId="LiveId" clId="{3168637D-B18D-40D7-B401-26832BE83D8F}" dt="2026-01-22T01:03:01.355" v="2077" actId="1076"/>
        <pc:sldMkLst>
          <pc:docMk/>
          <pc:sldMk cId="2852544057" sldId="290"/>
        </pc:sldMkLst>
        <pc:spChg chg="add del mod">
          <ac:chgData name="Yashwanth S" userId="32ff6bc2d3dfd187" providerId="LiveId" clId="{3168637D-B18D-40D7-B401-26832BE83D8F}" dt="2026-01-22T00:49:29.776" v="1335"/>
          <ac:spMkLst>
            <pc:docMk/>
            <pc:sldMk cId="2852544057" sldId="290"/>
            <ac:spMk id="2" creationId="{90F197F6-FDCF-7E43-5ADF-5FF264144D17}"/>
          </ac:spMkLst>
        </pc:spChg>
        <pc:spChg chg="add mod">
          <ac:chgData name="Yashwanth S" userId="32ff6bc2d3dfd187" providerId="LiveId" clId="{3168637D-B18D-40D7-B401-26832BE83D8F}" dt="2026-01-22T00:57:08.385" v="1391" actId="2711"/>
          <ac:spMkLst>
            <pc:docMk/>
            <pc:sldMk cId="2852544057" sldId="290"/>
            <ac:spMk id="5" creationId="{8F4368D0-D1BD-70C8-2F9A-1473093BCA3A}"/>
          </ac:spMkLst>
        </pc:spChg>
        <pc:spChg chg="add mod">
          <ac:chgData name="Yashwanth S" userId="32ff6bc2d3dfd187" providerId="LiveId" clId="{3168637D-B18D-40D7-B401-26832BE83D8F}" dt="2026-01-22T00:57:45.908" v="1414" actId="20577"/>
          <ac:spMkLst>
            <pc:docMk/>
            <pc:sldMk cId="2852544057" sldId="290"/>
            <ac:spMk id="6" creationId="{CE6F6F7F-2919-E7E0-4D4D-988537D7DF08}"/>
          </ac:spMkLst>
        </pc:spChg>
        <pc:spChg chg="add mod">
          <ac:chgData name="Yashwanth S" userId="32ff6bc2d3dfd187" providerId="LiveId" clId="{3168637D-B18D-40D7-B401-26832BE83D8F}" dt="2026-01-22T01:02:58.034" v="2075" actId="5793"/>
          <ac:spMkLst>
            <pc:docMk/>
            <pc:sldMk cId="2852544057" sldId="290"/>
            <ac:spMk id="7" creationId="{101C5F26-5AAF-7279-4B1E-F4127D4E1628}"/>
          </ac:spMkLst>
        </pc:spChg>
        <pc:spChg chg="mod">
          <ac:chgData name="Yashwanth S" userId="32ff6bc2d3dfd187" providerId="LiveId" clId="{3168637D-B18D-40D7-B401-26832BE83D8F}" dt="2026-01-22T00:55:33.243" v="1351" actId="1076"/>
          <ac:spMkLst>
            <pc:docMk/>
            <pc:sldMk cId="2852544057" sldId="290"/>
            <ac:spMk id="9" creationId="{24893C54-8553-4E58-97C4-46BBCCA1C094}"/>
          </ac:spMkLst>
        </pc:spChg>
        <pc:picChg chg="add mod">
          <ac:chgData name="Yashwanth S" userId="32ff6bc2d3dfd187" providerId="LiveId" clId="{3168637D-B18D-40D7-B401-26832BE83D8F}" dt="2026-01-22T00:55:29.415" v="1350" actId="1076"/>
          <ac:picMkLst>
            <pc:docMk/>
            <pc:sldMk cId="2852544057" sldId="290"/>
            <ac:picMk id="4" creationId="{BBC9E71E-36F5-3122-731E-A5E084401925}"/>
          </ac:picMkLst>
        </pc:picChg>
        <pc:picChg chg="mod">
          <ac:chgData name="Yashwanth S" userId="32ff6bc2d3dfd187" providerId="LiveId" clId="{3168637D-B18D-40D7-B401-26832BE83D8F}" dt="2026-01-22T01:03:01.355" v="2077" actId="1076"/>
          <ac:picMkLst>
            <pc:docMk/>
            <pc:sldMk cId="2852544057" sldId="290"/>
            <ac:picMk id="152" creationId="{00000000-0000-0000-0000-000000000000}"/>
          </ac:picMkLst>
        </pc:picChg>
      </pc:sldChg>
      <pc:sldChg chg="new del">
        <pc:chgData name="Yashwanth S" userId="32ff6bc2d3dfd187" providerId="LiveId" clId="{3168637D-B18D-40D7-B401-26832BE83D8F}" dt="2026-01-22T01:03:13.174" v="2079" actId="680"/>
        <pc:sldMkLst>
          <pc:docMk/>
          <pc:sldMk cId="154857792" sldId="291"/>
        </pc:sldMkLst>
      </pc:sldChg>
      <pc:sldChg chg="addSp delSp modSp add mod">
        <pc:chgData name="Yashwanth S" userId="32ff6bc2d3dfd187" providerId="LiveId" clId="{3168637D-B18D-40D7-B401-26832BE83D8F}" dt="2026-01-22T01:10:12.295" v="2535" actId="14100"/>
        <pc:sldMkLst>
          <pc:docMk/>
          <pc:sldMk cId="1385862923" sldId="291"/>
        </pc:sldMkLst>
        <pc:spChg chg="mod">
          <ac:chgData name="Yashwanth S" userId="32ff6bc2d3dfd187" providerId="LiveId" clId="{3168637D-B18D-40D7-B401-26832BE83D8F}" dt="2026-01-22T01:03:39.557" v="2120" actId="20577"/>
          <ac:spMkLst>
            <pc:docMk/>
            <pc:sldMk cId="1385862923" sldId="291"/>
            <ac:spMk id="6" creationId="{A04DB9A0-DD02-B2C7-805C-B5F789185F57}"/>
          </ac:spMkLst>
        </pc:spChg>
        <pc:spChg chg="mod">
          <ac:chgData name="Yashwanth S" userId="32ff6bc2d3dfd187" providerId="LiveId" clId="{3168637D-B18D-40D7-B401-26832BE83D8F}" dt="2026-01-22T01:10:02.090" v="2533" actId="20577"/>
          <ac:spMkLst>
            <pc:docMk/>
            <pc:sldMk cId="1385862923" sldId="291"/>
            <ac:spMk id="7" creationId="{EF05E49B-2DDB-D135-AAD4-0421CE5033FB}"/>
          </ac:spMkLst>
        </pc:spChg>
        <pc:spChg chg="mod">
          <ac:chgData name="Yashwanth S" userId="32ff6bc2d3dfd187" providerId="LiveId" clId="{3168637D-B18D-40D7-B401-26832BE83D8F}" dt="2026-01-22T01:06:45.364" v="2175" actId="1076"/>
          <ac:spMkLst>
            <pc:docMk/>
            <pc:sldMk cId="1385862923" sldId="291"/>
            <ac:spMk id="157" creationId="{CC651338-474F-B1D3-3596-FF975C5B491B}"/>
          </ac:spMkLst>
        </pc:spChg>
        <pc:picChg chg="add del mod">
          <ac:chgData name="Yashwanth S" userId="32ff6bc2d3dfd187" providerId="LiveId" clId="{3168637D-B18D-40D7-B401-26832BE83D8F}" dt="2026-01-22T01:05:52.165" v="2158" actId="1076"/>
          <ac:picMkLst>
            <pc:docMk/>
            <pc:sldMk cId="1385862923" sldId="291"/>
            <ac:picMk id="3" creationId="{7F5B321D-7227-5016-58EC-2930F42A49CB}"/>
          </ac:picMkLst>
        </pc:picChg>
        <pc:picChg chg="del">
          <ac:chgData name="Yashwanth S" userId="32ff6bc2d3dfd187" providerId="LiveId" clId="{3168637D-B18D-40D7-B401-26832BE83D8F}" dt="2026-01-22T01:03:45.529" v="2121" actId="478"/>
          <ac:picMkLst>
            <pc:docMk/>
            <pc:sldMk cId="1385862923" sldId="291"/>
            <ac:picMk id="4" creationId="{844E724A-1E7C-97CB-130D-94B5AB206A9E}"/>
          </ac:picMkLst>
        </pc:picChg>
        <pc:picChg chg="add mod">
          <ac:chgData name="Yashwanth S" userId="32ff6bc2d3dfd187" providerId="LiveId" clId="{3168637D-B18D-40D7-B401-26832BE83D8F}" dt="2026-01-22T01:10:12.295" v="2535" actId="14100"/>
          <ac:picMkLst>
            <pc:docMk/>
            <pc:sldMk cId="1385862923" sldId="291"/>
            <ac:picMk id="10" creationId="{4D519E83-9C59-AF77-57A7-F45B8A98A557}"/>
          </ac:picMkLst>
        </pc:picChg>
        <pc:picChg chg="add mod">
          <ac:chgData name="Yashwanth S" userId="32ff6bc2d3dfd187" providerId="LiveId" clId="{3168637D-B18D-40D7-B401-26832BE83D8F}" dt="2026-01-22T01:10:09.403" v="2534" actId="14100"/>
          <ac:picMkLst>
            <pc:docMk/>
            <pc:sldMk cId="1385862923" sldId="291"/>
            <ac:picMk id="12" creationId="{EBA0E5B4-4D46-9A95-BAE8-6755CD5B8FD0}"/>
          </ac:picMkLst>
        </pc:picChg>
        <pc:picChg chg="add mod">
          <ac:chgData name="Yashwanth S" userId="32ff6bc2d3dfd187" providerId="LiveId" clId="{3168637D-B18D-40D7-B401-26832BE83D8F}" dt="2026-01-22T01:06:53.906" v="2183" actId="14100"/>
          <ac:picMkLst>
            <pc:docMk/>
            <pc:sldMk cId="1385862923" sldId="291"/>
            <ac:picMk id="14" creationId="{7F489CB2-1A8E-78DC-70CF-41A7DF414063}"/>
          </ac:picMkLst>
        </pc:picChg>
        <pc:picChg chg="mod">
          <ac:chgData name="Yashwanth S" userId="32ff6bc2d3dfd187" providerId="LiveId" clId="{3168637D-B18D-40D7-B401-26832BE83D8F}" dt="2026-01-22T01:06:45.680" v="2176" actId="1076"/>
          <ac:picMkLst>
            <pc:docMk/>
            <pc:sldMk cId="1385862923" sldId="291"/>
            <ac:picMk id="152" creationId="{01A38785-69BB-0270-5B4C-D90977F3B525}"/>
          </ac:picMkLst>
        </pc:picChg>
      </pc:sldChg>
      <pc:sldChg chg="addSp delSp modSp add mod">
        <pc:chgData name="Yashwanth S" userId="32ff6bc2d3dfd187" providerId="LiveId" clId="{3168637D-B18D-40D7-B401-26832BE83D8F}" dt="2026-01-22T01:50:08.954" v="2851"/>
        <pc:sldMkLst>
          <pc:docMk/>
          <pc:sldMk cId="1872904258" sldId="292"/>
        </pc:sldMkLst>
        <pc:spChg chg="mod">
          <ac:chgData name="Yashwanth S" userId="32ff6bc2d3dfd187" providerId="LiveId" clId="{3168637D-B18D-40D7-B401-26832BE83D8F}" dt="2026-01-22T01:45:54.369" v="2580" actId="20577"/>
          <ac:spMkLst>
            <pc:docMk/>
            <pc:sldMk cId="1872904258" sldId="292"/>
            <ac:spMk id="5" creationId="{7EBC5E9E-394E-0C8A-D39D-49F6BAF2FBDF}"/>
          </ac:spMkLst>
        </pc:spChg>
        <pc:spChg chg="del mod">
          <ac:chgData name="Yashwanth S" userId="32ff6bc2d3dfd187" providerId="LiveId" clId="{3168637D-B18D-40D7-B401-26832BE83D8F}" dt="2026-01-22T01:50:08.954" v="2851"/>
          <ac:spMkLst>
            <pc:docMk/>
            <pc:sldMk cId="1872904258" sldId="292"/>
            <ac:spMk id="6" creationId="{7F26882D-23D2-06DD-6735-72E20642C3F8}"/>
          </ac:spMkLst>
        </pc:spChg>
        <pc:spChg chg="mod">
          <ac:chgData name="Yashwanth S" userId="32ff6bc2d3dfd187" providerId="LiveId" clId="{3168637D-B18D-40D7-B401-26832BE83D8F}" dt="2026-01-22T01:49:46.122" v="2849" actId="20577"/>
          <ac:spMkLst>
            <pc:docMk/>
            <pc:sldMk cId="1872904258" sldId="292"/>
            <ac:spMk id="7" creationId="{8146029A-FF36-ACEE-329B-F417D93EA504}"/>
          </ac:spMkLst>
        </pc:spChg>
        <pc:picChg chg="add mod">
          <ac:chgData name="Yashwanth S" userId="32ff6bc2d3dfd187" providerId="LiveId" clId="{3168637D-B18D-40D7-B401-26832BE83D8F}" dt="2026-01-22T01:46:05.171" v="2589" actId="1076"/>
          <ac:picMkLst>
            <pc:docMk/>
            <pc:sldMk cId="1872904258" sldId="292"/>
            <ac:picMk id="3" creationId="{493E8968-E292-1004-9E97-D079B793110D}"/>
          </ac:picMkLst>
        </pc:picChg>
        <pc:picChg chg="del">
          <ac:chgData name="Yashwanth S" userId="32ff6bc2d3dfd187" providerId="LiveId" clId="{3168637D-B18D-40D7-B401-26832BE83D8F}" dt="2026-01-22T01:10:28.505" v="2537" actId="478"/>
          <ac:picMkLst>
            <pc:docMk/>
            <pc:sldMk cId="1872904258" sldId="292"/>
            <ac:picMk id="4" creationId="{8DA79BCB-4ED0-3641-9259-D16FDFA78C5C}"/>
          </ac:picMkLst>
        </pc:picChg>
      </pc:sldChg>
      <pc:sldChg chg="addSp delSp modSp add mod">
        <pc:chgData name="Yashwanth S" userId="32ff6bc2d3dfd187" providerId="LiveId" clId="{3168637D-B18D-40D7-B401-26832BE83D8F}" dt="2026-01-22T01:54:25.808" v="2950" actId="1076"/>
        <pc:sldMkLst>
          <pc:docMk/>
          <pc:sldMk cId="2719771907" sldId="293"/>
        </pc:sldMkLst>
        <pc:spChg chg="add mod">
          <ac:chgData name="Yashwanth S" userId="32ff6bc2d3dfd187" providerId="LiveId" clId="{3168637D-B18D-40D7-B401-26832BE83D8F}" dt="2026-01-22T01:52:16.932" v="2933" actId="14100"/>
          <ac:spMkLst>
            <pc:docMk/>
            <pc:sldMk cId="2719771907" sldId="293"/>
            <ac:spMk id="2" creationId="{9EE5758B-8FE4-3493-2755-30CCE350EAD1}"/>
          </ac:spMkLst>
        </pc:spChg>
        <pc:spChg chg="mod">
          <ac:chgData name="Yashwanth S" userId="32ff6bc2d3dfd187" providerId="LiveId" clId="{3168637D-B18D-40D7-B401-26832BE83D8F}" dt="2026-01-22T01:51:23.251" v="2874" actId="20577"/>
          <ac:spMkLst>
            <pc:docMk/>
            <pc:sldMk cId="2719771907" sldId="293"/>
            <ac:spMk id="5" creationId="{F8CE6A54-2B2A-F60F-45D7-17597D06B5EE}"/>
          </ac:spMkLst>
        </pc:spChg>
        <pc:spChg chg="mod">
          <ac:chgData name="Yashwanth S" userId="32ff6bc2d3dfd187" providerId="LiveId" clId="{3168637D-B18D-40D7-B401-26832BE83D8F}" dt="2026-01-22T01:51:44.554" v="2925" actId="20577"/>
          <ac:spMkLst>
            <pc:docMk/>
            <pc:sldMk cId="2719771907" sldId="293"/>
            <ac:spMk id="6" creationId="{B6839A20-6CCC-3679-C63C-224AD71D4BBD}"/>
          </ac:spMkLst>
        </pc:spChg>
        <pc:spChg chg="del mod">
          <ac:chgData name="Yashwanth S" userId="32ff6bc2d3dfd187" providerId="LiveId" clId="{3168637D-B18D-40D7-B401-26832BE83D8F}" dt="2026-01-22T01:53:49.096" v="2940"/>
          <ac:spMkLst>
            <pc:docMk/>
            <pc:sldMk cId="2719771907" sldId="293"/>
            <ac:spMk id="7" creationId="{E337E0AC-DCBE-04A8-FD37-381225A6E6F2}"/>
          </ac:spMkLst>
        </pc:spChg>
        <pc:picChg chg="del">
          <ac:chgData name="Yashwanth S" userId="32ff6bc2d3dfd187" providerId="LiveId" clId="{3168637D-B18D-40D7-B401-26832BE83D8F}" dt="2026-01-22T01:51:49.313" v="2926" actId="478"/>
          <ac:picMkLst>
            <pc:docMk/>
            <pc:sldMk cId="2719771907" sldId="293"/>
            <ac:picMk id="4" creationId="{F1BA914C-D4DC-632A-541B-750BB66C8480}"/>
          </ac:picMkLst>
        </pc:picChg>
        <pc:picChg chg="add mod">
          <ac:chgData name="Yashwanth S" userId="32ff6bc2d3dfd187" providerId="LiveId" clId="{3168637D-B18D-40D7-B401-26832BE83D8F}" dt="2026-01-22T01:54:25.808" v="2950" actId="1076"/>
          <ac:picMkLst>
            <pc:docMk/>
            <pc:sldMk cId="2719771907" sldId="293"/>
            <ac:picMk id="8" creationId="{190BE6F5-37C1-A40D-0DFE-2E8989635184}"/>
          </ac:picMkLst>
        </pc:picChg>
        <pc:picChg chg="mod">
          <ac:chgData name="Yashwanth S" userId="32ff6bc2d3dfd187" providerId="LiveId" clId="{3168637D-B18D-40D7-B401-26832BE83D8F}" dt="2026-01-22T01:52:16.932" v="2933" actId="14100"/>
          <ac:picMkLst>
            <pc:docMk/>
            <pc:sldMk cId="2719771907" sldId="293"/>
            <ac:picMk id="152" creationId="{336548D0-A9BF-05C4-41BF-4303455C92B0}"/>
          </ac:picMkLst>
        </pc:picChg>
      </pc:sldChg>
      <pc:sldChg chg="addSp delSp modSp add mod modAnim">
        <pc:chgData name="Yashwanth S" userId="32ff6bc2d3dfd187" providerId="LiveId" clId="{3168637D-B18D-40D7-B401-26832BE83D8F}" dt="2026-01-22T01:54:22.620" v="2949" actId="1076"/>
        <pc:sldMkLst>
          <pc:docMk/>
          <pc:sldMk cId="1325797069" sldId="294"/>
        </pc:sldMkLst>
        <pc:picChg chg="add mod">
          <ac:chgData name="Yashwanth S" userId="32ff6bc2d3dfd187" providerId="LiveId" clId="{3168637D-B18D-40D7-B401-26832BE83D8F}" dt="2026-01-22T01:54:22.620" v="2949" actId="1076"/>
          <ac:picMkLst>
            <pc:docMk/>
            <pc:sldMk cId="1325797069" sldId="294"/>
            <ac:picMk id="3" creationId="{9958FFC1-F09E-F060-3CDA-5F7D3E7DC039}"/>
          </ac:picMkLst>
        </pc:picChg>
        <pc:picChg chg="del">
          <ac:chgData name="Yashwanth S" userId="32ff6bc2d3dfd187" providerId="LiveId" clId="{3168637D-B18D-40D7-B401-26832BE83D8F}" dt="2026-01-22T01:54:10.638" v="2942" actId="478"/>
          <ac:picMkLst>
            <pc:docMk/>
            <pc:sldMk cId="1325797069" sldId="294"/>
            <ac:picMk id="8" creationId="{645BF40C-28FF-B872-4614-54AB696618EB}"/>
          </ac:picMkLst>
        </pc:picChg>
      </pc:sldChg>
      <pc:sldChg chg="add del">
        <pc:chgData name="Yashwanth S" userId="32ff6bc2d3dfd187" providerId="LiveId" clId="{3168637D-B18D-40D7-B401-26832BE83D8F}" dt="2026-01-22T01:51:59.197" v="2928"/>
        <pc:sldMkLst>
          <pc:docMk/>
          <pc:sldMk cId="2863732794" sldId="294"/>
        </pc:sldMkLst>
      </pc:sldChg>
      <pc:sldChg chg="addSp delSp modSp add mod delAnim modAnim">
        <pc:chgData name="Yashwanth S" userId="32ff6bc2d3dfd187" providerId="LiveId" clId="{3168637D-B18D-40D7-B401-26832BE83D8F}" dt="2026-01-22T02:06:19.622" v="2991" actId="1076"/>
        <pc:sldMkLst>
          <pc:docMk/>
          <pc:sldMk cId="63906869" sldId="295"/>
        </pc:sldMkLst>
        <pc:spChg chg="mod">
          <ac:chgData name="Yashwanth S" userId="32ff6bc2d3dfd187" providerId="LiveId" clId="{3168637D-B18D-40D7-B401-26832BE83D8F}" dt="2026-01-22T02:06:18.188" v="2990" actId="1076"/>
          <ac:spMkLst>
            <pc:docMk/>
            <pc:sldMk cId="63906869" sldId="295"/>
            <ac:spMk id="5" creationId="{53EF2DA0-3D4E-FB2F-29B7-A03BBD4E5545}"/>
          </ac:spMkLst>
        </pc:spChg>
        <pc:spChg chg="mod">
          <ac:chgData name="Yashwanth S" userId="32ff6bc2d3dfd187" providerId="LiveId" clId="{3168637D-B18D-40D7-B401-26832BE83D8F}" dt="2026-01-22T02:06:18.188" v="2990" actId="1076"/>
          <ac:spMkLst>
            <pc:docMk/>
            <pc:sldMk cId="63906869" sldId="295"/>
            <ac:spMk id="6" creationId="{92036DCD-0133-E73D-28F6-2AE7BB92727B}"/>
          </ac:spMkLst>
        </pc:spChg>
        <pc:picChg chg="del">
          <ac:chgData name="Yashwanth S" userId="32ff6bc2d3dfd187" providerId="LiveId" clId="{3168637D-B18D-40D7-B401-26832BE83D8F}" dt="2026-01-22T01:54:47.852" v="2952" actId="478"/>
          <ac:picMkLst>
            <pc:docMk/>
            <pc:sldMk cId="63906869" sldId="295"/>
            <ac:picMk id="3" creationId="{2189DE55-AC43-ECD0-2B0A-A138709BA85E}"/>
          </ac:picMkLst>
        </pc:picChg>
        <pc:picChg chg="add mod">
          <ac:chgData name="Yashwanth S" userId="32ff6bc2d3dfd187" providerId="LiveId" clId="{3168637D-B18D-40D7-B401-26832BE83D8F}" dt="2026-01-22T02:06:19.622" v="2991" actId="1076"/>
          <ac:picMkLst>
            <pc:docMk/>
            <pc:sldMk cId="63906869" sldId="295"/>
            <ac:picMk id="4" creationId="{991D4ABB-8063-8FF1-045A-317766C33374}"/>
          </ac:picMkLst>
        </pc:pic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3T07:23:36.7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12626 3958 16383 0 0,'0'0'0'0'0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3T07:23:36.7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12520 5588 16383 0 0,'0'0'0'0'0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8712200" cy="566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11387137" y="0"/>
            <a:ext cx="8712200" cy="566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659562" y="1414462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49" cy="4454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10742612"/>
            <a:ext cx="8712200" cy="566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11387137" y="10742612"/>
            <a:ext cx="8712200" cy="566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2882655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2c8da5ede62_0_611:notes"/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00" cy="44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" name="Google Shape;33;g2c8da5ede62_0_6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1328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c8da5ede62_0_14:notes"/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00" cy="44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3" name="Google Shape;73;g2c8da5ede62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366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c8da5ede62_0_167:notes"/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00" cy="44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9" name="Google Shape;149;g2c8da5ede62_0_1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9483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c8da5ede62_0_167:notes"/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00" cy="44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9" name="Google Shape;149;g2c8da5ede62_0_1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4350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c8da5ede62_0_167:notes"/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00" cy="44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9" name="Google Shape;149;g2c8da5ede62_0_1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6008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c8da5ede62_0_167:notes"/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00" cy="44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9" name="Google Shape;149;g2c8da5ede62_0_1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0812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c8da5ede62_0_167:notes"/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00" cy="44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9" name="Google Shape;149;g2c8da5ede62_0_1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2263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c8da5ede62_0_167:notes"/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00" cy="44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9" name="Google Shape;149;g2c8da5ede62_0_1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8679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c8da5ede62_0_167:notes"/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00" cy="44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9" name="Google Shape;149;g2c8da5ede62_0_1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7833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c8da5ede62_0_167:notes"/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00" cy="44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9" name="Google Shape;149;g2c8da5ede62_0_1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0157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>
          <a:extLst>
            <a:ext uri="{FF2B5EF4-FFF2-40B4-BE49-F238E27FC236}">
              <a16:creationId xmlns:a16="http://schemas.microsoft.com/office/drawing/2014/main" id="{EB6D1B7C-3629-CD7C-A981-6BC320A69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c8da5ede62_0_167:notes">
            <a:extLst>
              <a:ext uri="{FF2B5EF4-FFF2-40B4-BE49-F238E27FC236}">
                <a16:creationId xmlns:a16="http://schemas.microsoft.com/office/drawing/2014/main" id="{D7147303-1979-4481-1D9D-A1F55E99A5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00" cy="44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9" name="Google Shape;149;g2c8da5ede62_0_167:notes">
            <a:extLst>
              <a:ext uri="{FF2B5EF4-FFF2-40B4-BE49-F238E27FC236}">
                <a16:creationId xmlns:a16="http://schemas.microsoft.com/office/drawing/2014/main" id="{F181FD59-E0B4-4F19-92DC-4D08D3E62F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5670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c8da5ede62_0_167:notes"/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00" cy="44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9" name="Google Shape;149;g2c8da5ede62_0_1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0157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>
          <a:extLst>
            <a:ext uri="{FF2B5EF4-FFF2-40B4-BE49-F238E27FC236}">
              <a16:creationId xmlns:a16="http://schemas.microsoft.com/office/drawing/2014/main" id="{05DCD1B5-F701-DF9A-39ED-5BF5BE835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c8da5ede62_0_167:notes">
            <a:extLst>
              <a:ext uri="{FF2B5EF4-FFF2-40B4-BE49-F238E27FC236}">
                <a16:creationId xmlns:a16="http://schemas.microsoft.com/office/drawing/2014/main" id="{041FB2F5-69EE-D7CF-F532-99AABDE8A0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00" cy="44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9" name="Google Shape;149;g2c8da5ede62_0_167:notes">
            <a:extLst>
              <a:ext uri="{FF2B5EF4-FFF2-40B4-BE49-F238E27FC236}">
                <a16:creationId xmlns:a16="http://schemas.microsoft.com/office/drawing/2014/main" id="{160016D5-3453-E7EF-F58F-268BC55055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2455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>
          <a:extLst>
            <a:ext uri="{FF2B5EF4-FFF2-40B4-BE49-F238E27FC236}">
              <a16:creationId xmlns:a16="http://schemas.microsoft.com/office/drawing/2014/main" id="{659EE548-33C1-AC87-8CC4-547568880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c8da5ede62_0_167:notes">
            <a:extLst>
              <a:ext uri="{FF2B5EF4-FFF2-40B4-BE49-F238E27FC236}">
                <a16:creationId xmlns:a16="http://schemas.microsoft.com/office/drawing/2014/main" id="{2648C5EC-CA18-DF52-3009-C47BD0EC84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00" cy="44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9" name="Google Shape;149;g2c8da5ede62_0_167:notes">
            <a:extLst>
              <a:ext uri="{FF2B5EF4-FFF2-40B4-BE49-F238E27FC236}">
                <a16:creationId xmlns:a16="http://schemas.microsoft.com/office/drawing/2014/main" id="{D1B8D47E-8CB3-37DC-AE58-5E81BE43A1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11410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>
          <a:extLst>
            <a:ext uri="{FF2B5EF4-FFF2-40B4-BE49-F238E27FC236}">
              <a16:creationId xmlns:a16="http://schemas.microsoft.com/office/drawing/2014/main" id="{F2DF2511-0EDE-3331-55E3-D254E9CE8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c8da5ede62_0_167:notes">
            <a:extLst>
              <a:ext uri="{FF2B5EF4-FFF2-40B4-BE49-F238E27FC236}">
                <a16:creationId xmlns:a16="http://schemas.microsoft.com/office/drawing/2014/main" id="{17386B82-7CF5-2C6D-8A01-1EFD798170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00" cy="44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9" name="Google Shape;149;g2c8da5ede62_0_167:notes">
            <a:extLst>
              <a:ext uri="{FF2B5EF4-FFF2-40B4-BE49-F238E27FC236}">
                <a16:creationId xmlns:a16="http://schemas.microsoft.com/office/drawing/2014/main" id="{A6A233BE-6702-B986-4385-F5CB1A79D8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27664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>
          <a:extLst>
            <a:ext uri="{FF2B5EF4-FFF2-40B4-BE49-F238E27FC236}">
              <a16:creationId xmlns:a16="http://schemas.microsoft.com/office/drawing/2014/main" id="{9C480DC5-2061-CABD-41C3-6D3CDF6A5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c8da5ede62_0_167:notes">
            <a:extLst>
              <a:ext uri="{FF2B5EF4-FFF2-40B4-BE49-F238E27FC236}">
                <a16:creationId xmlns:a16="http://schemas.microsoft.com/office/drawing/2014/main" id="{BB6209A6-14DA-0384-D989-B1BB7A7CD0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00" cy="44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9" name="Google Shape;149;g2c8da5ede62_0_167:notes">
            <a:extLst>
              <a:ext uri="{FF2B5EF4-FFF2-40B4-BE49-F238E27FC236}">
                <a16:creationId xmlns:a16="http://schemas.microsoft.com/office/drawing/2014/main" id="{6439C845-BA5C-87AF-6D8E-6B3930D052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19076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>
          <a:extLst>
            <a:ext uri="{FF2B5EF4-FFF2-40B4-BE49-F238E27FC236}">
              <a16:creationId xmlns:a16="http://schemas.microsoft.com/office/drawing/2014/main" id="{36C5CF45-E761-16CA-ED15-4B3F0AC4C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c8da5ede62_0_167:notes">
            <a:extLst>
              <a:ext uri="{FF2B5EF4-FFF2-40B4-BE49-F238E27FC236}">
                <a16:creationId xmlns:a16="http://schemas.microsoft.com/office/drawing/2014/main" id="{57FBE6DF-A663-CA1F-A9C6-A65E8BFB55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00" cy="44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9" name="Google Shape;149;g2c8da5ede62_0_167:notes">
            <a:extLst>
              <a:ext uri="{FF2B5EF4-FFF2-40B4-BE49-F238E27FC236}">
                <a16:creationId xmlns:a16="http://schemas.microsoft.com/office/drawing/2014/main" id="{2689CE7D-E545-A338-5EEF-40113AB200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49014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>
          <a:extLst>
            <a:ext uri="{FF2B5EF4-FFF2-40B4-BE49-F238E27FC236}">
              <a16:creationId xmlns:a16="http://schemas.microsoft.com/office/drawing/2014/main" id="{ADB21BC3-B751-800E-011D-3C8A0A697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c8da5ede62_0_167:notes">
            <a:extLst>
              <a:ext uri="{FF2B5EF4-FFF2-40B4-BE49-F238E27FC236}">
                <a16:creationId xmlns:a16="http://schemas.microsoft.com/office/drawing/2014/main" id="{0B5AAEE9-D7B5-D43A-B614-83EEAAD962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00" cy="44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9" name="Google Shape;149;g2c8da5ede62_0_167:notes">
            <a:extLst>
              <a:ext uri="{FF2B5EF4-FFF2-40B4-BE49-F238E27FC236}">
                <a16:creationId xmlns:a16="http://schemas.microsoft.com/office/drawing/2014/main" id="{1493305B-36C5-289C-39F2-0FDC87B197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53235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>
          <a:extLst>
            <a:ext uri="{FF2B5EF4-FFF2-40B4-BE49-F238E27FC236}">
              <a16:creationId xmlns:a16="http://schemas.microsoft.com/office/drawing/2014/main" id="{0EF8F6AC-9D74-57BE-BA74-B03E98684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c8da5ede62_0_167:notes">
            <a:extLst>
              <a:ext uri="{FF2B5EF4-FFF2-40B4-BE49-F238E27FC236}">
                <a16:creationId xmlns:a16="http://schemas.microsoft.com/office/drawing/2014/main" id="{C6C17757-C60B-DF2A-0973-2ADE2AA0BE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00" cy="44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9" name="Google Shape;149;g2c8da5ede62_0_167:notes">
            <a:extLst>
              <a:ext uri="{FF2B5EF4-FFF2-40B4-BE49-F238E27FC236}">
                <a16:creationId xmlns:a16="http://schemas.microsoft.com/office/drawing/2014/main" id="{2B19CD4A-43DB-7D7D-3E0B-068E8C960A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92383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>
          <a:extLst>
            <a:ext uri="{FF2B5EF4-FFF2-40B4-BE49-F238E27FC236}">
              <a16:creationId xmlns:a16="http://schemas.microsoft.com/office/drawing/2014/main" id="{49DF9B88-2D32-3D31-C2AC-738A42871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c8da5ede62_0_167:notes">
            <a:extLst>
              <a:ext uri="{FF2B5EF4-FFF2-40B4-BE49-F238E27FC236}">
                <a16:creationId xmlns:a16="http://schemas.microsoft.com/office/drawing/2014/main" id="{B36DD516-9254-8D2F-C95E-066CEBAF23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00" cy="44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9" name="Google Shape;149;g2c8da5ede62_0_167:notes">
            <a:extLst>
              <a:ext uri="{FF2B5EF4-FFF2-40B4-BE49-F238E27FC236}">
                <a16:creationId xmlns:a16="http://schemas.microsoft.com/office/drawing/2014/main" id="{3766DF7B-635B-C8B3-5D13-55C31C7EA9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44740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>
          <a:extLst>
            <a:ext uri="{FF2B5EF4-FFF2-40B4-BE49-F238E27FC236}">
              <a16:creationId xmlns:a16="http://schemas.microsoft.com/office/drawing/2014/main" id="{547B4D52-71C4-2CAA-026D-774643865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c8da5ede62_0_167:notes">
            <a:extLst>
              <a:ext uri="{FF2B5EF4-FFF2-40B4-BE49-F238E27FC236}">
                <a16:creationId xmlns:a16="http://schemas.microsoft.com/office/drawing/2014/main" id="{3911DC3F-4FC7-E1A6-E544-A2AFDFB480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00" cy="44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9" name="Google Shape;149;g2c8da5ede62_0_167:notes">
            <a:extLst>
              <a:ext uri="{FF2B5EF4-FFF2-40B4-BE49-F238E27FC236}">
                <a16:creationId xmlns:a16="http://schemas.microsoft.com/office/drawing/2014/main" id="{776D15A2-FCB1-F3BA-93A0-2586675EA7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85765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>
          <a:extLst>
            <a:ext uri="{FF2B5EF4-FFF2-40B4-BE49-F238E27FC236}">
              <a16:creationId xmlns:a16="http://schemas.microsoft.com/office/drawing/2014/main" id="{94691795-0DFB-9C61-E29E-82B2A4ACC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c8da5ede62_0_167:notes">
            <a:extLst>
              <a:ext uri="{FF2B5EF4-FFF2-40B4-BE49-F238E27FC236}">
                <a16:creationId xmlns:a16="http://schemas.microsoft.com/office/drawing/2014/main" id="{D9B3B647-1807-872E-DD5E-C7CAAE57B7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00" cy="44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9" name="Google Shape;149;g2c8da5ede62_0_167:notes">
            <a:extLst>
              <a:ext uri="{FF2B5EF4-FFF2-40B4-BE49-F238E27FC236}">
                <a16:creationId xmlns:a16="http://schemas.microsoft.com/office/drawing/2014/main" id="{94D1F58F-5865-91F5-CBC7-11A7FED499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21921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c8da5ede62_0_167:notes"/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00" cy="44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9" name="Google Shape;149;g2c8da5ede62_0_1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3494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3"/>
          <p:cNvSpPr txBox="1">
            <a:spLocks noGrp="1"/>
          </p:cNvSpPr>
          <p:nvPr>
            <p:ph type="title"/>
          </p:nvPr>
        </p:nvSpPr>
        <p:spPr>
          <a:xfrm>
            <a:off x="581025" y="407987"/>
            <a:ext cx="18942050" cy="484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1">
                <a:solidFill>
                  <a:srgbClr val="422C75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3"/>
          <p:cNvSpPr txBox="1">
            <a:spLocks noGrp="1"/>
          </p:cNvSpPr>
          <p:nvPr>
            <p:ph type="body" idx="1"/>
          </p:nvPr>
        </p:nvSpPr>
        <p:spPr>
          <a:xfrm>
            <a:off x="2746375" y="2613025"/>
            <a:ext cx="14611350" cy="2271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3"/>
          <p:cNvSpPr txBox="1">
            <a:spLocks noGrp="1"/>
          </p:cNvSpPr>
          <p:nvPr>
            <p:ph type="ftr" idx="11"/>
          </p:nvPr>
        </p:nvSpPr>
        <p:spPr>
          <a:xfrm>
            <a:off x="6835775" y="10517187"/>
            <a:ext cx="6432550" cy="566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3"/>
          <p:cNvSpPr txBox="1">
            <a:spLocks noGrp="1"/>
          </p:cNvSpPr>
          <p:nvPr>
            <p:ph type="dt" idx="10"/>
          </p:nvPr>
        </p:nvSpPr>
        <p:spPr>
          <a:xfrm>
            <a:off x="1004887" y="10517187"/>
            <a:ext cx="4624387" cy="566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23"/>
          <p:cNvSpPr txBox="1">
            <a:spLocks noGrp="1"/>
          </p:cNvSpPr>
          <p:nvPr>
            <p:ph type="sldNum" idx="12"/>
          </p:nvPr>
        </p:nvSpPr>
        <p:spPr>
          <a:xfrm>
            <a:off x="14474825" y="10517187"/>
            <a:ext cx="4624387" cy="566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2"/>
          <p:cNvSpPr txBox="1">
            <a:spLocks noGrp="1"/>
          </p:cNvSpPr>
          <p:nvPr>
            <p:ph type="title"/>
          </p:nvPr>
        </p:nvSpPr>
        <p:spPr>
          <a:xfrm>
            <a:off x="581025" y="407987"/>
            <a:ext cx="18942050" cy="484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" name="Google Shape;21;p22"/>
          <p:cNvSpPr txBox="1">
            <a:spLocks noGrp="1"/>
          </p:cNvSpPr>
          <p:nvPr>
            <p:ph type="body" idx="1"/>
          </p:nvPr>
        </p:nvSpPr>
        <p:spPr>
          <a:xfrm>
            <a:off x="2746375" y="2613025"/>
            <a:ext cx="14611350" cy="2271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2" name="Google Shape;22;p22"/>
          <p:cNvSpPr txBox="1">
            <a:spLocks noGrp="1"/>
          </p:cNvSpPr>
          <p:nvPr>
            <p:ph type="ftr" idx="11"/>
          </p:nvPr>
        </p:nvSpPr>
        <p:spPr>
          <a:xfrm>
            <a:off x="6835775" y="10517187"/>
            <a:ext cx="6432550" cy="566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3" name="Google Shape;23;p22"/>
          <p:cNvSpPr txBox="1">
            <a:spLocks noGrp="1"/>
          </p:cNvSpPr>
          <p:nvPr>
            <p:ph type="dt" idx="10"/>
          </p:nvPr>
        </p:nvSpPr>
        <p:spPr>
          <a:xfrm>
            <a:off x="1004887" y="10517187"/>
            <a:ext cx="4624387" cy="566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" name="Google Shape;24;p22"/>
          <p:cNvSpPr txBox="1">
            <a:spLocks noGrp="1"/>
          </p:cNvSpPr>
          <p:nvPr>
            <p:ph type="sldNum" idx="12"/>
          </p:nvPr>
        </p:nvSpPr>
        <p:spPr>
          <a:xfrm>
            <a:off x="14474825" y="10517187"/>
            <a:ext cx="4624387" cy="566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0.pn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customXml" Target="../ink/ink2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customXml" Target="../ink/ink1.xml"/><Relationship Id="rId4" Type="http://schemas.openxmlformats.org/officeDocument/2006/relationships/image" Target="../media/image11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6" Type="http://schemas.openxmlformats.org/officeDocument/2006/relationships/image" Target="../media/image14.pn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2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hyperlink" Target="https://doi.org/10.1186/s12859-024-05879-3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oi.org/10.1186/s12918-018-0614-6" TargetMode="External"/><Relationship Id="rId5" Type="http://schemas.openxmlformats.org/officeDocument/2006/relationships/hyperlink" Target="https://doi.org/10.1007/978-3-030-44534-8_23" TargetMode="External"/><Relationship Id="rId4" Type="http://schemas.openxmlformats.org/officeDocument/2006/relationships/hyperlink" Target="https://doi.org/10.1371/journal.pone.0254736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2c8da5ede62_0_611"/>
          <p:cNvSpPr txBox="1"/>
          <p:nvPr/>
        </p:nvSpPr>
        <p:spPr>
          <a:xfrm>
            <a:off x="-100" y="-25"/>
            <a:ext cx="20104200" cy="11309400"/>
          </a:xfrm>
          <a:prstGeom prst="rect">
            <a:avLst/>
          </a:prstGeom>
          <a:solidFill>
            <a:schemeClr val="lt1">
              <a:alpha val="97650"/>
            </a:schemeClr>
          </a:solidFill>
          <a:ln w="762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" name="Google Shape;36;g2c8da5ede62_0_6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800" y="0"/>
            <a:ext cx="20104100" cy="1130935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g2c8da5ede62_0_611"/>
          <p:cNvSpPr/>
          <p:nvPr/>
        </p:nvSpPr>
        <p:spPr>
          <a:xfrm>
            <a:off x="2982912" y="712787"/>
            <a:ext cx="57220" cy="57080"/>
          </a:xfrm>
          <a:custGeom>
            <a:avLst/>
            <a:gdLst/>
            <a:ahLst/>
            <a:cxnLst/>
            <a:rect l="l" t="t" r="r" b="b"/>
            <a:pathLst>
              <a:path w="56514" h="56515" extrusionOk="0">
                <a:moveTo>
                  <a:pt x="28145" y="0"/>
                </a:moveTo>
                <a:lnTo>
                  <a:pt x="17201" y="2207"/>
                </a:lnTo>
                <a:lnTo>
                  <a:pt x="8253" y="8227"/>
                </a:lnTo>
                <a:lnTo>
                  <a:pt x="2215" y="17157"/>
                </a:lnTo>
                <a:lnTo>
                  <a:pt x="0" y="28093"/>
                </a:lnTo>
                <a:lnTo>
                  <a:pt x="2215" y="39037"/>
                </a:lnTo>
                <a:lnTo>
                  <a:pt x="8253" y="47985"/>
                </a:lnTo>
                <a:lnTo>
                  <a:pt x="17201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3" y="50280"/>
                </a:lnTo>
                <a:lnTo>
                  <a:pt x="11109" y="45113"/>
                </a:lnTo>
                <a:lnTo>
                  <a:pt x="5952" y="37457"/>
                </a:lnTo>
                <a:lnTo>
                  <a:pt x="4062" y="28093"/>
                </a:lnTo>
                <a:lnTo>
                  <a:pt x="5952" y="18722"/>
                </a:lnTo>
                <a:lnTo>
                  <a:pt x="11109" y="11052"/>
                </a:lnTo>
                <a:lnTo>
                  <a:pt x="18763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 extrusionOk="0">
                <a:moveTo>
                  <a:pt x="41684" y="3968"/>
                </a:moveTo>
                <a:lnTo>
                  <a:pt x="28145" y="3968"/>
                </a:lnTo>
                <a:lnTo>
                  <a:pt x="37527" y="5870"/>
                </a:lnTo>
                <a:lnTo>
                  <a:pt x="45181" y="11052"/>
                </a:lnTo>
                <a:lnTo>
                  <a:pt x="50338" y="18722"/>
                </a:lnTo>
                <a:lnTo>
                  <a:pt x="52228" y="28093"/>
                </a:lnTo>
                <a:lnTo>
                  <a:pt x="50338" y="37457"/>
                </a:lnTo>
                <a:lnTo>
                  <a:pt x="45181" y="45113"/>
                </a:lnTo>
                <a:lnTo>
                  <a:pt x="37527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g2c8da5ede62_0_611"/>
          <p:cNvSpPr/>
          <p:nvPr/>
        </p:nvSpPr>
        <p:spPr>
          <a:xfrm>
            <a:off x="2998787" y="725487"/>
            <a:ext cx="25400" cy="31750"/>
          </a:xfrm>
          <a:custGeom>
            <a:avLst/>
            <a:gdLst/>
            <a:ahLst/>
            <a:cxnLst/>
            <a:rect l="l" t="t" r="r" b="b"/>
            <a:pathLst>
              <a:path w="25400" h="31750" extrusionOk="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39" y="5329"/>
                </a:lnTo>
                <a:lnTo>
                  <a:pt x="2188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 extrusionOk="0">
                <a:moveTo>
                  <a:pt x="16472" y="18292"/>
                </a:moveTo>
                <a:lnTo>
                  <a:pt x="6837" y="18292"/>
                </a:lnTo>
                <a:lnTo>
                  <a:pt x="9727" y="18680"/>
                </a:lnTo>
                <a:lnTo>
                  <a:pt x="11465" y="19999"/>
                </a:lnTo>
                <a:lnTo>
                  <a:pt x="14470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 extrusionOk="0">
                <a:moveTo>
                  <a:pt x="22239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4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26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39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g2c8da5ede62_0_611"/>
          <p:cNvSpPr txBox="1"/>
          <p:nvPr/>
        </p:nvSpPr>
        <p:spPr>
          <a:xfrm>
            <a:off x="1004887" y="10517187"/>
            <a:ext cx="4624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g2c8da5ede62_0_611"/>
          <p:cNvSpPr txBox="1"/>
          <p:nvPr/>
        </p:nvSpPr>
        <p:spPr>
          <a:xfrm>
            <a:off x="6835775" y="10517187"/>
            <a:ext cx="6432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Department of ECE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g2c8da5ede62_0_611"/>
          <p:cNvSpPr txBox="1"/>
          <p:nvPr/>
        </p:nvSpPr>
        <p:spPr>
          <a:xfrm>
            <a:off x="14474825" y="10517187"/>
            <a:ext cx="4624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</a:pPr>
            <a:fld id="{00000000-1234-1234-1234-123412341234}" type="slidenum">
              <a:rPr lang="en-US" sz="18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6DE6A34-6C1A-4290-BD13-56E66B2E9DB8}"/>
              </a:ext>
            </a:extLst>
          </p:cNvPr>
          <p:cNvSpPr txBox="1"/>
          <p:nvPr/>
        </p:nvSpPr>
        <p:spPr>
          <a:xfrm>
            <a:off x="1063339" y="1947295"/>
            <a:ext cx="18040344" cy="175432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12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alibri"/>
              <a:buNone/>
            </a:pPr>
            <a:r>
              <a:rPr lang="en-IN" sz="5400" dirty="0">
                <a:solidFill>
                  <a:srgbClr val="002060"/>
                </a:solidFill>
                <a:latin typeface="Bookman Old Style"/>
                <a:ea typeface="Calibri"/>
                <a:cs typeface="Calibri"/>
                <a:sym typeface="Calibri"/>
              </a:rPr>
              <a:t>FPGA-Based Smith–Waterman Score Computation with Python-Based Trace back</a:t>
            </a:r>
            <a:endParaRPr lang="en-US" sz="5400">
              <a:solidFill>
                <a:srgbClr val="002060"/>
              </a:solidFill>
              <a:latin typeface="Bookman Old Style"/>
            </a:endParaRPr>
          </a:p>
        </p:txBody>
      </p:sp>
      <p:sp>
        <p:nvSpPr>
          <p:cNvPr id="15" name="Google Shape;92;p1">
            <a:extLst>
              <a:ext uri="{FF2B5EF4-FFF2-40B4-BE49-F238E27FC236}">
                <a16:creationId xmlns:a16="http://schemas.microsoft.com/office/drawing/2014/main" id="{5002A281-0CE7-471F-BC49-52FFD3C152ED}"/>
              </a:ext>
            </a:extLst>
          </p:cNvPr>
          <p:cNvSpPr txBox="1"/>
          <p:nvPr/>
        </p:nvSpPr>
        <p:spPr>
          <a:xfrm>
            <a:off x="4548931" y="7705718"/>
            <a:ext cx="11006137" cy="2062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 b="1" i="0" u="none" dirty="0">
                <a:solidFill>
                  <a:srgbClr val="002060"/>
                </a:solidFill>
                <a:latin typeface="Bookman Old Style"/>
                <a:ea typeface="Calibri"/>
                <a:cs typeface="Calibri"/>
                <a:sym typeface="Calibri"/>
              </a:rPr>
              <a:t>Mentor Name: Srividya P</a:t>
            </a:r>
            <a:endParaRPr lang="en-US" sz="3200">
              <a:solidFill>
                <a:srgbClr val="002060"/>
              </a:solidFill>
              <a:latin typeface="Bookman Old Style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 b="1" i="0" u="none" dirty="0">
                <a:solidFill>
                  <a:srgbClr val="002060"/>
                </a:solidFill>
                <a:latin typeface="Bookman Old Style"/>
                <a:ea typeface="Calibri"/>
                <a:cs typeface="Calibri"/>
                <a:sym typeface="Calibri"/>
              </a:rPr>
              <a:t>Designation: Assistant Professor </a:t>
            </a:r>
            <a:endParaRPr>
              <a:solidFill>
                <a:srgbClr val="002060"/>
              </a:solidFill>
              <a:latin typeface="Bookman Old Style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 b="1" i="0" u="none" dirty="0">
                <a:solidFill>
                  <a:srgbClr val="002060"/>
                </a:solidFill>
                <a:latin typeface="Bookman Old Style"/>
                <a:ea typeface="Calibri"/>
                <a:cs typeface="Calibri"/>
                <a:sym typeface="Calibri"/>
              </a:rPr>
              <a:t>Department of Electronics and Communication Engineering</a:t>
            </a:r>
            <a:endParaRPr>
              <a:solidFill>
                <a:srgbClr val="002060"/>
              </a:solidFill>
              <a:latin typeface="Bookman Old Style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2993FE0-9536-36AB-E35D-729DFA72BB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4467040"/>
              </p:ext>
            </p:extLst>
          </p:nvPr>
        </p:nvGraphicFramePr>
        <p:xfrm>
          <a:off x="5326246" y="4061606"/>
          <a:ext cx="11455704" cy="333336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27852">
                  <a:extLst>
                    <a:ext uri="{9D8B030D-6E8A-4147-A177-3AD203B41FA5}">
                      <a16:colId xmlns:a16="http://schemas.microsoft.com/office/drawing/2014/main" val="247588230"/>
                    </a:ext>
                  </a:extLst>
                </a:gridCol>
                <a:gridCol w="5727852">
                  <a:extLst>
                    <a:ext uri="{9D8B030D-6E8A-4147-A177-3AD203B41FA5}">
                      <a16:colId xmlns:a16="http://schemas.microsoft.com/office/drawing/2014/main" val="25198907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3200" b="1" i="0" u="none" strike="noStrike" noProof="0">
                          <a:solidFill>
                            <a:srgbClr val="002060"/>
                          </a:solidFill>
                          <a:latin typeface="Bookman Old Style"/>
                        </a:rPr>
                        <a:t>Shreekara H 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>
                          <a:latin typeface="Bookman Old Style"/>
                        </a:rPr>
                        <a:t>1RV24EC200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79071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3200" b="1" i="0" u="none" strike="noStrike" noProof="0">
                          <a:solidFill>
                            <a:srgbClr val="002060"/>
                          </a:solidFill>
                          <a:latin typeface="Bookman Old Style"/>
                        </a:rPr>
                        <a:t>Yashwanth S 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>
                          <a:latin typeface="Bookman Old Style"/>
                        </a:rPr>
                        <a:t>1RV24EC254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3187471"/>
                  </a:ext>
                </a:extLst>
              </a:tr>
              <a:tr h="58131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3200" b="1" i="0" u="none" strike="noStrike" noProof="0">
                          <a:solidFill>
                            <a:srgbClr val="002060"/>
                          </a:solidFill>
                          <a:latin typeface="Bookman Old Style"/>
                        </a:rPr>
                        <a:t>Y Sanjana 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>
                          <a:latin typeface="Bookman Old Style"/>
                        </a:rPr>
                        <a:t>1RV24EC251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7250311"/>
                  </a:ext>
                </a:extLst>
              </a:tr>
              <a:tr h="70768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3200" b="1">
                          <a:solidFill>
                            <a:srgbClr val="002060"/>
                          </a:solidFill>
                          <a:latin typeface="Bookman Old Style"/>
                        </a:rPr>
                        <a:t>Pranati Rao</a:t>
                      </a:r>
                      <a:endParaRPr lang="en-US" sz="3200" b="1" dirty="0">
                        <a:solidFill>
                          <a:srgbClr val="002060"/>
                        </a:solidFill>
                        <a:latin typeface="Bookman Old Style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3200">
                          <a:latin typeface="Bookman Old Style"/>
                        </a:rPr>
                        <a:t>1RV24EC257</a:t>
                      </a:r>
                      <a:endParaRPr lang="en-US" sz="3200" dirty="0">
                        <a:latin typeface="Bookman Old Style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8510427"/>
                  </a:ext>
                </a:extLst>
              </a:tr>
              <a:tr h="58131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nl-NL" sz="3200" b="1" i="0" u="none" strike="noStrike" noProof="0">
                          <a:solidFill>
                            <a:srgbClr val="002060"/>
                          </a:solidFill>
                          <a:latin typeface="Bookman Old Style"/>
                        </a:rPr>
                        <a:t>Vartika Mrigwani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>
                          <a:latin typeface="Bookman Old Style"/>
                        </a:rPr>
                        <a:t>1RV24EC256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0261244"/>
                  </a:ext>
                </a:extLst>
              </a:tr>
              <a:tr h="303295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508899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76A17-78EE-4D7A-B196-F0AC650CB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450DC0-D61E-4A79-A2A3-49401F23C3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Google Shape;123;p3">
            <a:extLst>
              <a:ext uri="{FF2B5EF4-FFF2-40B4-BE49-F238E27FC236}">
                <a16:creationId xmlns:a16="http://schemas.microsoft.com/office/drawing/2014/main" id="{DD8481B3-6503-4BA3-A065-632135F19671}"/>
              </a:ext>
            </a:extLst>
          </p:cNvPr>
          <p:cNvSpPr txBox="1"/>
          <p:nvPr/>
        </p:nvSpPr>
        <p:spPr>
          <a:xfrm>
            <a:off x="2762250" y="1235075"/>
            <a:ext cx="16336962" cy="842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lang="en-US" sz="5400" b="1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Outline</a:t>
            </a:r>
            <a:endParaRPr/>
          </a:p>
        </p:txBody>
      </p:sp>
      <p:sp>
        <p:nvSpPr>
          <p:cNvPr id="5" name="Google Shape;117;p3">
            <a:extLst>
              <a:ext uri="{FF2B5EF4-FFF2-40B4-BE49-F238E27FC236}">
                <a16:creationId xmlns:a16="http://schemas.microsoft.com/office/drawing/2014/main" id="{CAEF73FF-7766-4E10-989D-0AA12FFAC85A}"/>
              </a:ext>
            </a:extLst>
          </p:cNvPr>
          <p:cNvSpPr txBox="1"/>
          <p:nvPr/>
        </p:nvSpPr>
        <p:spPr>
          <a:xfrm>
            <a:off x="2608262" y="2225675"/>
            <a:ext cx="14887575" cy="9367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698500" marR="0" lvl="0" indent="-685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Char char="•"/>
            </a:pPr>
            <a:r>
              <a:rPr lang="en-US" sz="40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About the organization (for internship students)</a:t>
            </a:r>
            <a:endParaRPr/>
          </a:p>
          <a:p>
            <a:pPr marL="698500" marR="0" lvl="0" indent="-6858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Char char="•"/>
            </a:pPr>
            <a:r>
              <a:rPr lang="en-US" sz="40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/>
          </a:p>
          <a:p>
            <a:pPr marL="698500" marR="0" lvl="0" indent="-6858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Char char="•"/>
            </a:pPr>
            <a:r>
              <a:rPr lang="en-US" sz="40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Motivation</a:t>
            </a:r>
            <a:endParaRPr/>
          </a:p>
          <a:p>
            <a:pPr marL="698500" marR="0" lvl="0" indent="-6858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Char char="•"/>
            </a:pPr>
            <a:r>
              <a:rPr lang="en-US" sz="40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/>
          </a:p>
          <a:p>
            <a:pPr marL="698500" marR="0" lvl="0" indent="-6858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Char char="•"/>
            </a:pPr>
            <a:r>
              <a:rPr lang="en-US" sz="40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Objectives of the project</a:t>
            </a:r>
            <a:endParaRPr/>
          </a:p>
          <a:p>
            <a:pPr marL="698500" marR="0" lvl="0" indent="-6858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Char char="•"/>
            </a:pPr>
            <a:r>
              <a:rPr lang="en-US" sz="40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Literature Survey</a:t>
            </a:r>
            <a:endParaRPr/>
          </a:p>
          <a:p>
            <a:pPr marL="698500" marR="0" lvl="0" indent="-6858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Char char="•"/>
            </a:pPr>
            <a:r>
              <a:rPr lang="en-US" sz="40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Methodology </a:t>
            </a:r>
            <a:endParaRPr/>
          </a:p>
          <a:p>
            <a:pPr marL="698500" marR="0" lvl="0" indent="-6858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Calibri"/>
              <a:buChar char="•"/>
            </a:pPr>
            <a:r>
              <a:rPr lang="en-US" sz="4000" b="0" i="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Work done so far (Use this from phase 2 presentation onwards)</a:t>
            </a:r>
            <a:endParaRPr/>
          </a:p>
          <a:p>
            <a:pPr marL="698500" marR="0" lvl="0" indent="-6858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Calibri"/>
              <a:buChar char="•"/>
            </a:pPr>
            <a:r>
              <a:rPr lang="en-US" sz="4000" b="0" i="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Work plan for next phase (Use this from phase 2 presentation onwards)</a:t>
            </a:r>
            <a:endParaRPr/>
          </a:p>
          <a:p>
            <a:pPr marL="698500" marR="0" lvl="0" indent="-6858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Char char="•"/>
            </a:pPr>
            <a:r>
              <a:rPr lang="en-US" sz="40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Project timeline</a:t>
            </a:r>
            <a:endParaRPr/>
          </a:p>
          <a:p>
            <a:pPr marL="698500" marR="0" lvl="0" indent="-6858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Char char="•"/>
            </a:pPr>
            <a:r>
              <a:rPr lang="en-US" sz="40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References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Google Shape;76;g2c8da5ede62_0_14">
            <a:extLst>
              <a:ext uri="{FF2B5EF4-FFF2-40B4-BE49-F238E27FC236}">
                <a16:creationId xmlns:a16="http://schemas.microsoft.com/office/drawing/2014/main" id="{FBBA56E3-A7FF-4A2E-A4F6-6D95BB84C00D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253999"/>
            <a:ext cx="20104100" cy="1130935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117;p3">
            <a:extLst>
              <a:ext uri="{FF2B5EF4-FFF2-40B4-BE49-F238E27FC236}">
                <a16:creationId xmlns:a16="http://schemas.microsoft.com/office/drawing/2014/main" id="{D85D3A6D-980D-4038-BDDC-E70D74613388}"/>
              </a:ext>
            </a:extLst>
          </p:cNvPr>
          <p:cNvSpPr txBox="1"/>
          <p:nvPr/>
        </p:nvSpPr>
        <p:spPr>
          <a:xfrm>
            <a:off x="2966402" y="3149005"/>
            <a:ext cx="14887575" cy="6372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698500" marR="0" lvl="0" indent="-6858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Char char="•"/>
            </a:pPr>
            <a:r>
              <a:rPr lang="en-US" sz="4000" dirty="0">
                <a:solidFill>
                  <a:srgbClr val="002060"/>
                </a:solidFill>
                <a:latin typeface="Bookman Old Style"/>
                <a:sym typeface="Calibri"/>
              </a:rPr>
              <a:t>Introduction</a:t>
            </a:r>
            <a:endParaRPr sz="4000" dirty="0">
              <a:solidFill>
                <a:srgbClr val="002060"/>
              </a:solidFill>
              <a:latin typeface="Bookman Old Style"/>
            </a:endParaRPr>
          </a:p>
          <a:p>
            <a:pPr marL="698500" marR="0" lvl="0" indent="-6858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Char char="•"/>
            </a:pPr>
            <a:r>
              <a:rPr lang="en-US" sz="4000" dirty="0">
                <a:solidFill>
                  <a:srgbClr val="002060"/>
                </a:solidFill>
                <a:latin typeface="Bookman Old Style"/>
                <a:sym typeface="Calibri"/>
              </a:rPr>
              <a:t>Motivation</a:t>
            </a:r>
            <a:endParaRPr sz="4000" dirty="0">
              <a:solidFill>
                <a:srgbClr val="002060"/>
              </a:solidFill>
              <a:latin typeface="Bookman Old Style"/>
            </a:endParaRPr>
          </a:p>
          <a:p>
            <a:pPr marL="698500" marR="0" lvl="0" indent="-6858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Char char="•"/>
            </a:pPr>
            <a:r>
              <a:rPr lang="en-US" sz="4000" dirty="0">
                <a:solidFill>
                  <a:srgbClr val="002060"/>
                </a:solidFill>
                <a:latin typeface="Bookman Old Style"/>
                <a:sym typeface="Calibri"/>
              </a:rPr>
              <a:t>Problem Statement</a:t>
            </a:r>
            <a:endParaRPr sz="4000" dirty="0">
              <a:solidFill>
                <a:srgbClr val="002060"/>
              </a:solidFill>
              <a:latin typeface="Bookman Old Style"/>
            </a:endParaRPr>
          </a:p>
          <a:p>
            <a:pPr marL="698500" marR="0" lvl="0" indent="-6858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Char char="•"/>
            </a:pPr>
            <a:r>
              <a:rPr lang="en-US" sz="4000" dirty="0">
                <a:solidFill>
                  <a:srgbClr val="002060"/>
                </a:solidFill>
                <a:latin typeface="Bookman Old Style"/>
                <a:sym typeface="Calibri"/>
              </a:rPr>
              <a:t>Objectives of the project</a:t>
            </a:r>
            <a:endParaRPr sz="4000" dirty="0">
              <a:solidFill>
                <a:srgbClr val="002060"/>
              </a:solidFill>
              <a:latin typeface="Bookman Old Style"/>
            </a:endParaRPr>
          </a:p>
          <a:p>
            <a:pPr marL="698500" marR="0" lvl="0" indent="-6858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Char char="•"/>
            </a:pPr>
            <a:r>
              <a:rPr lang="en-US" sz="4000" dirty="0">
                <a:solidFill>
                  <a:srgbClr val="002060"/>
                </a:solidFill>
                <a:latin typeface="Bookman Old Style"/>
                <a:sym typeface="Calibri"/>
              </a:rPr>
              <a:t>Literature Survey</a:t>
            </a:r>
            <a:endParaRPr sz="4000" dirty="0">
              <a:solidFill>
                <a:srgbClr val="002060"/>
              </a:solidFill>
              <a:latin typeface="Bookman Old Style"/>
            </a:endParaRPr>
          </a:p>
          <a:p>
            <a:pPr marL="698500" indent="-685800">
              <a:spcBef>
                <a:spcPts val="800"/>
              </a:spcBef>
              <a:buClr>
                <a:schemeClr val="dk1"/>
              </a:buClr>
              <a:buSzPts val="4000"/>
              <a:buFont typeface="Calibri"/>
              <a:buChar char="•"/>
            </a:pPr>
            <a:r>
              <a:rPr lang="en-US" sz="4000" dirty="0">
                <a:solidFill>
                  <a:srgbClr val="002060"/>
                </a:solidFill>
                <a:latin typeface="Bookman Old Style"/>
                <a:sym typeface="Calibri"/>
              </a:rPr>
              <a:t>Methodology </a:t>
            </a:r>
            <a:endParaRPr lang="en-US" sz="4000">
              <a:solidFill>
                <a:srgbClr val="002060"/>
              </a:solidFill>
              <a:latin typeface="Bookman Old Style"/>
              <a:sym typeface="Calibri"/>
            </a:endParaRPr>
          </a:p>
          <a:p>
            <a:pPr marL="698500" indent="-685800">
              <a:spcBef>
                <a:spcPts val="800"/>
              </a:spcBef>
              <a:buClr>
                <a:schemeClr val="dk1"/>
              </a:buClr>
              <a:buSzPts val="4000"/>
              <a:buFont typeface="Calibri"/>
              <a:buChar char="•"/>
            </a:pPr>
            <a:r>
              <a:rPr lang="en-US" sz="4000" dirty="0">
                <a:solidFill>
                  <a:srgbClr val="002060"/>
                </a:solidFill>
                <a:latin typeface="Bookman Old Style"/>
                <a:sym typeface="Calibri"/>
              </a:rPr>
              <a:t>Work done </a:t>
            </a:r>
            <a:endParaRPr lang="en-US" sz="4000">
              <a:solidFill>
                <a:srgbClr val="002060"/>
              </a:solidFill>
              <a:latin typeface="Bookman Old Style"/>
              <a:sym typeface="Calibri"/>
            </a:endParaRPr>
          </a:p>
          <a:p>
            <a:pPr marL="698500" marR="0" lvl="0" indent="-685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Char char="•"/>
            </a:pPr>
            <a:r>
              <a:rPr lang="en-US" sz="4000" dirty="0">
                <a:solidFill>
                  <a:srgbClr val="002060"/>
                </a:solidFill>
                <a:latin typeface="Bookman Old Style"/>
                <a:sym typeface="Calibri"/>
              </a:rPr>
              <a:t>References</a:t>
            </a:r>
            <a:endParaRPr sz="4000" dirty="0">
              <a:solidFill>
                <a:srgbClr val="002060"/>
              </a:solidFill>
              <a:latin typeface="Bookman Old Styl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203;p8">
            <a:extLst>
              <a:ext uri="{FF2B5EF4-FFF2-40B4-BE49-F238E27FC236}">
                <a16:creationId xmlns:a16="http://schemas.microsoft.com/office/drawing/2014/main" id="{615EDEFD-F553-1F60-910F-C94CC83080B2}"/>
              </a:ext>
            </a:extLst>
          </p:cNvPr>
          <p:cNvSpPr txBox="1"/>
          <p:nvPr/>
        </p:nvSpPr>
        <p:spPr>
          <a:xfrm>
            <a:off x="4933163" y="1454597"/>
            <a:ext cx="10242550" cy="1889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algn="ctr"/>
            <a:r>
              <a:rPr lang="en-US" sz="5400" b="1">
                <a:solidFill>
                  <a:srgbClr val="C00000"/>
                </a:solidFill>
                <a:latin typeface="Bookman Old Style"/>
                <a:ea typeface="Calibri"/>
                <a:cs typeface="Calibri"/>
                <a:sym typeface="Calibri"/>
              </a:rPr>
              <a:t>Outline</a:t>
            </a:r>
            <a:endParaRPr lang="en-US"/>
          </a:p>
          <a:p>
            <a:pPr marL="12700"/>
            <a:br>
              <a:rPr lang="en-US" dirty="0">
                <a:sym typeface="Calibri"/>
              </a:rPr>
            </a:br>
            <a:endParaRPr lang="en-US" sz="5400"/>
          </a:p>
        </p:txBody>
      </p:sp>
    </p:spTree>
    <p:extLst>
      <p:ext uri="{BB962C8B-B14F-4D97-AF65-F5344CB8AC3E}">
        <p14:creationId xmlns:p14="http://schemas.microsoft.com/office/powerpoint/2010/main" val="11843843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c8da5ede62_0_14"/>
          <p:cNvSpPr txBox="1"/>
          <p:nvPr/>
        </p:nvSpPr>
        <p:spPr>
          <a:xfrm>
            <a:off x="-100" y="-25"/>
            <a:ext cx="20104200" cy="11309400"/>
          </a:xfrm>
          <a:prstGeom prst="rect">
            <a:avLst/>
          </a:prstGeom>
          <a:solidFill>
            <a:schemeClr val="lt1">
              <a:alpha val="97650"/>
            </a:schemeClr>
          </a:solidFill>
          <a:ln w="762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6" name="Google Shape;76;g2c8da5ede62_0_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25"/>
            <a:ext cx="20104100" cy="1130935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g2c8da5ede62_0_14"/>
          <p:cNvSpPr/>
          <p:nvPr/>
        </p:nvSpPr>
        <p:spPr>
          <a:xfrm>
            <a:off x="2982912" y="712787"/>
            <a:ext cx="57220" cy="57080"/>
          </a:xfrm>
          <a:custGeom>
            <a:avLst/>
            <a:gdLst/>
            <a:ahLst/>
            <a:cxnLst/>
            <a:rect l="l" t="t" r="r" b="b"/>
            <a:pathLst>
              <a:path w="56514" h="56515" extrusionOk="0">
                <a:moveTo>
                  <a:pt x="28145" y="0"/>
                </a:moveTo>
                <a:lnTo>
                  <a:pt x="17201" y="2207"/>
                </a:lnTo>
                <a:lnTo>
                  <a:pt x="8253" y="8227"/>
                </a:lnTo>
                <a:lnTo>
                  <a:pt x="2215" y="17157"/>
                </a:lnTo>
                <a:lnTo>
                  <a:pt x="0" y="28093"/>
                </a:lnTo>
                <a:lnTo>
                  <a:pt x="2215" y="39037"/>
                </a:lnTo>
                <a:lnTo>
                  <a:pt x="8253" y="47985"/>
                </a:lnTo>
                <a:lnTo>
                  <a:pt x="17201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3" y="50280"/>
                </a:lnTo>
                <a:lnTo>
                  <a:pt x="11109" y="45113"/>
                </a:lnTo>
                <a:lnTo>
                  <a:pt x="5952" y="37457"/>
                </a:lnTo>
                <a:lnTo>
                  <a:pt x="4062" y="28093"/>
                </a:lnTo>
                <a:lnTo>
                  <a:pt x="5952" y="18722"/>
                </a:lnTo>
                <a:lnTo>
                  <a:pt x="11109" y="11052"/>
                </a:lnTo>
                <a:lnTo>
                  <a:pt x="18763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 extrusionOk="0">
                <a:moveTo>
                  <a:pt x="41684" y="3968"/>
                </a:moveTo>
                <a:lnTo>
                  <a:pt x="28145" y="3968"/>
                </a:lnTo>
                <a:lnTo>
                  <a:pt x="37527" y="5870"/>
                </a:lnTo>
                <a:lnTo>
                  <a:pt x="45181" y="11052"/>
                </a:lnTo>
                <a:lnTo>
                  <a:pt x="50338" y="18722"/>
                </a:lnTo>
                <a:lnTo>
                  <a:pt x="52228" y="28093"/>
                </a:lnTo>
                <a:lnTo>
                  <a:pt x="50338" y="37457"/>
                </a:lnTo>
                <a:lnTo>
                  <a:pt x="45181" y="45113"/>
                </a:lnTo>
                <a:lnTo>
                  <a:pt x="37527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g2c8da5ede62_0_14"/>
          <p:cNvSpPr/>
          <p:nvPr/>
        </p:nvSpPr>
        <p:spPr>
          <a:xfrm>
            <a:off x="2998787" y="725487"/>
            <a:ext cx="25400" cy="31750"/>
          </a:xfrm>
          <a:custGeom>
            <a:avLst/>
            <a:gdLst/>
            <a:ahLst/>
            <a:cxnLst/>
            <a:rect l="l" t="t" r="r" b="b"/>
            <a:pathLst>
              <a:path w="25400" h="31750" extrusionOk="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39" y="5329"/>
                </a:lnTo>
                <a:lnTo>
                  <a:pt x="2188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 extrusionOk="0">
                <a:moveTo>
                  <a:pt x="16472" y="18292"/>
                </a:moveTo>
                <a:lnTo>
                  <a:pt x="6837" y="18292"/>
                </a:lnTo>
                <a:lnTo>
                  <a:pt x="9727" y="18680"/>
                </a:lnTo>
                <a:lnTo>
                  <a:pt x="11465" y="19999"/>
                </a:lnTo>
                <a:lnTo>
                  <a:pt x="14470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 extrusionOk="0">
                <a:moveTo>
                  <a:pt x="22239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4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26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39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g2c8da5ede62_0_14"/>
          <p:cNvSpPr txBox="1"/>
          <p:nvPr/>
        </p:nvSpPr>
        <p:spPr>
          <a:xfrm>
            <a:off x="1004887" y="10517187"/>
            <a:ext cx="4624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g2c8da5ede62_0_14"/>
          <p:cNvSpPr txBox="1"/>
          <p:nvPr/>
        </p:nvSpPr>
        <p:spPr>
          <a:xfrm>
            <a:off x="6835775" y="10517187"/>
            <a:ext cx="6432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Department of ECE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g2c8da5ede62_0_14"/>
          <p:cNvSpPr txBox="1"/>
          <p:nvPr/>
        </p:nvSpPr>
        <p:spPr>
          <a:xfrm>
            <a:off x="14474825" y="10517187"/>
            <a:ext cx="4624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</a:pPr>
            <a:fld id="{00000000-1234-1234-1234-123412341234}" type="slidenum">
              <a:rPr lang="en-US" sz="18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49;p5">
            <a:extLst>
              <a:ext uri="{FF2B5EF4-FFF2-40B4-BE49-F238E27FC236}">
                <a16:creationId xmlns:a16="http://schemas.microsoft.com/office/drawing/2014/main" id="{423A3CB2-1766-4BB9-AB88-70F0B552B28B}"/>
              </a:ext>
            </a:extLst>
          </p:cNvPr>
          <p:cNvSpPr txBox="1"/>
          <p:nvPr/>
        </p:nvSpPr>
        <p:spPr>
          <a:xfrm>
            <a:off x="582842" y="3275555"/>
            <a:ext cx="18938316" cy="72449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571500" indent="-571500" fontAlgn="base">
              <a:buChar char="•"/>
            </a:pPr>
            <a:r>
              <a:rPr lang="en-US" sz="4000" b="1" dirty="0">
                <a:solidFill>
                  <a:srgbClr val="002060"/>
                </a:solidFill>
                <a:latin typeface="Bookman Old Style"/>
              </a:rPr>
              <a:t>DNA sequence alignment </a:t>
            </a:r>
            <a:r>
              <a:rPr lang="en-US" sz="4000" dirty="0">
                <a:solidFill>
                  <a:srgbClr val="002060"/>
                </a:solidFill>
                <a:latin typeface="Bookman Old Style"/>
              </a:rPr>
              <a:t>is a fundamental task in computational genomics, yet it is computationally intensive at large scales.</a:t>
            </a:r>
            <a:endParaRPr lang="en-US" sz="4000">
              <a:solidFill>
                <a:srgbClr val="002060"/>
              </a:solidFill>
              <a:latin typeface="Bookman Old Style"/>
            </a:endParaRPr>
          </a:p>
          <a:p>
            <a:pPr marL="571500" indent="-571500" fontAlgn="base">
              <a:buChar char="•"/>
            </a:pPr>
            <a:r>
              <a:rPr lang="en-US" sz="4000" dirty="0">
                <a:solidFill>
                  <a:srgbClr val="002060"/>
                </a:solidFill>
                <a:latin typeface="Bookman Old Style"/>
              </a:rPr>
              <a:t>The </a:t>
            </a:r>
            <a:r>
              <a:rPr lang="en-US" sz="4000" b="1" dirty="0">
                <a:solidFill>
                  <a:srgbClr val="002060"/>
                </a:solidFill>
                <a:latin typeface="Bookman Old Style"/>
              </a:rPr>
              <a:t>Smith–Waterman (SW)</a:t>
            </a:r>
            <a:r>
              <a:rPr lang="en-US" sz="4000" dirty="0">
                <a:solidFill>
                  <a:srgbClr val="002060"/>
                </a:solidFill>
                <a:latin typeface="Bookman Old Style"/>
              </a:rPr>
              <a:t> algorithm provides optimal sequence alignment but involves significant runtime due to its dynamic-programming structure.</a:t>
            </a:r>
            <a:endParaRPr lang="en-US" sz="4000">
              <a:solidFill>
                <a:srgbClr val="002060"/>
              </a:solidFill>
              <a:latin typeface="Bookman Old Style"/>
            </a:endParaRPr>
          </a:p>
          <a:p>
            <a:pPr marL="571500" indent="-571500" fontAlgn="base">
              <a:buChar char="•"/>
            </a:pPr>
            <a:r>
              <a:rPr lang="en-US" sz="4000" b="1" dirty="0">
                <a:solidFill>
                  <a:srgbClr val="002060"/>
                </a:solidFill>
                <a:latin typeface="Bookman Old Style"/>
              </a:rPr>
              <a:t>FPGA</a:t>
            </a:r>
            <a:r>
              <a:rPr lang="en-US" sz="4000" dirty="0">
                <a:solidFill>
                  <a:srgbClr val="002060"/>
                </a:solidFill>
                <a:latin typeface="Bookman Old Style"/>
              </a:rPr>
              <a:t>s support parallel execution and allow custom hardware pipelines, making them a good fit for accelerating computation-heavy algorithms.</a:t>
            </a:r>
            <a:endParaRPr lang="en-US" sz="4000">
              <a:solidFill>
                <a:srgbClr val="002060"/>
              </a:solidFill>
              <a:latin typeface="Bookman Old Style"/>
            </a:endParaRPr>
          </a:p>
          <a:p>
            <a:pPr marL="571500" indent="-571500" fontAlgn="base">
              <a:buChar char="•"/>
            </a:pPr>
            <a:r>
              <a:rPr lang="en-US" sz="4000" dirty="0">
                <a:solidFill>
                  <a:srgbClr val="002060"/>
                </a:solidFill>
                <a:latin typeface="Bookman Old Style"/>
              </a:rPr>
              <a:t>This project aims to develop a </a:t>
            </a:r>
            <a:r>
              <a:rPr lang="en-US" sz="4000" b="1" dirty="0">
                <a:solidFill>
                  <a:srgbClr val="002060"/>
                </a:solidFill>
                <a:latin typeface="Bookman Old Style"/>
              </a:rPr>
              <a:t>FPGA-based Smith–Waterman accelerator</a:t>
            </a:r>
            <a:r>
              <a:rPr lang="en-US" sz="4000" dirty="0">
                <a:solidFill>
                  <a:srgbClr val="002060"/>
                </a:solidFill>
                <a:latin typeface="Bookman Old Style"/>
              </a:rPr>
              <a:t>, for the forward part of the algorithm, and </a:t>
            </a:r>
            <a:r>
              <a:rPr lang="en-US" sz="4000" b="1" dirty="0">
                <a:solidFill>
                  <a:srgbClr val="002060"/>
                </a:solidFill>
                <a:latin typeface="Bookman Old Style"/>
              </a:rPr>
              <a:t>python-based traceback</a:t>
            </a:r>
            <a:r>
              <a:rPr lang="en-US" sz="4000" dirty="0">
                <a:solidFill>
                  <a:srgbClr val="002060"/>
                </a:solidFill>
                <a:latin typeface="Bookman Old Style"/>
              </a:rPr>
              <a:t> for the reverse part of the algorithm</a:t>
            </a:r>
          </a:p>
          <a:p>
            <a:br>
              <a:rPr lang="en-US" sz="3500" dirty="0"/>
            </a:br>
            <a:endParaRPr sz="3500"/>
          </a:p>
        </p:txBody>
      </p:sp>
      <p:sp>
        <p:nvSpPr>
          <p:cNvPr id="3" name="Google Shape;203;p8">
            <a:extLst>
              <a:ext uri="{FF2B5EF4-FFF2-40B4-BE49-F238E27FC236}">
                <a16:creationId xmlns:a16="http://schemas.microsoft.com/office/drawing/2014/main" id="{E984848F-C234-1443-08F5-A4C4E4B7A25D}"/>
              </a:ext>
            </a:extLst>
          </p:cNvPr>
          <p:cNvSpPr txBox="1"/>
          <p:nvPr/>
        </p:nvSpPr>
        <p:spPr>
          <a:xfrm>
            <a:off x="4933163" y="929542"/>
            <a:ext cx="10242550" cy="1889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algn="ctr"/>
            <a:r>
              <a:rPr lang="en-US" sz="5400" b="1">
                <a:solidFill>
                  <a:srgbClr val="C00000"/>
                </a:solidFill>
                <a:latin typeface="Bookman Old Style"/>
                <a:ea typeface="Calibri"/>
                <a:cs typeface="Calibri"/>
                <a:sym typeface="Calibri"/>
              </a:rPr>
              <a:t>Introduction</a:t>
            </a:r>
            <a:endParaRPr lang="en-US" sz="5400"/>
          </a:p>
          <a:p>
            <a:pPr marL="12700"/>
            <a:br>
              <a:rPr lang="en-US" dirty="0">
                <a:sym typeface="Calibri"/>
              </a:rPr>
            </a:br>
            <a:endParaRPr lang="en-US" sz="5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c8da5ede62_0_167"/>
          <p:cNvSpPr txBox="1"/>
          <p:nvPr/>
        </p:nvSpPr>
        <p:spPr>
          <a:xfrm>
            <a:off x="-100" y="-25"/>
            <a:ext cx="20104200" cy="11309400"/>
          </a:xfrm>
          <a:prstGeom prst="rect">
            <a:avLst/>
          </a:prstGeom>
          <a:solidFill>
            <a:schemeClr val="lt1">
              <a:alpha val="97650"/>
            </a:schemeClr>
          </a:solidFill>
          <a:ln w="762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2" name="Google Shape;152;g2c8da5ede62_0_1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6450"/>
            <a:ext cx="20104100" cy="1130935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g2c8da5ede62_0_167"/>
          <p:cNvSpPr/>
          <p:nvPr/>
        </p:nvSpPr>
        <p:spPr>
          <a:xfrm>
            <a:off x="2982912" y="712787"/>
            <a:ext cx="57220" cy="57080"/>
          </a:xfrm>
          <a:custGeom>
            <a:avLst/>
            <a:gdLst/>
            <a:ahLst/>
            <a:cxnLst/>
            <a:rect l="l" t="t" r="r" b="b"/>
            <a:pathLst>
              <a:path w="56514" h="56515" extrusionOk="0">
                <a:moveTo>
                  <a:pt x="28145" y="0"/>
                </a:moveTo>
                <a:lnTo>
                  <a:pt x="17201" y="2207"/>
                </a:lnTo>
                <a:lnTo>
                  <a:pt x="8253" y="8227"/>
                </a:lnTo>
                <a:lnTo>
                  <a:pt x="2215" y="17157"/>
                </a:lnTo>
                <a:lnTo>
                  <a:pt x="0" y="28093"/>
                </a:lnTo>
                <a:lnTo>
                  <a:pt x="2215" y="39037"/>
                </a:lnTo>
                <a:lnTo>
                  <a:pt x="8253" y="47985"/>
                </a:lnTo>
                <a:lnTo>
                  <a:pt x="17201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3" y="50280"/>
                </a:lnTo>
                <a:lnTo>
                  <a:pt x="11109" y="45113"/>
                </a:lnTo>
                <a:lnTo>
                  <a:pt x="5952" y="37457"/>
                </a:lnTo>
                <a:lnTo>
                  <a:pt x="4062" y="28093"/>
                </a:lnTo>
                <a:lnTo>
                  <a:pt x="5952" y="18722"/>
                </a:lnTo>
                <a:lnTo>
                  <a:pt x="11109" y="11052"/>
                </a:lnTo>
                <a:lnTo>
                  <a:pt x="18763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 extrusionOk="0">
                <a:moveTo>
                  <a:pt x="41684" y="3968"/>
                </a:moveTo>
                <a:lnTo>
                  <a:pt x="28145" y="3968"/>
                </a:lnTo>
                <a:lnTo>
                  <a:pt x="37527" y="5870"/>
                </a:lnTo>
                <a:lnTo>
                  <a:pt x="45181" y="11052"/>
                </a:lnTo>
                <a:lnTo>
                  <a:pt x="50338" y="18722"/>
                </a:lnTo>
                <a:lnTo>
                  <a:pt x="52228" y="28093"/>
                </a:lnTo>
                <a:lnTo>
                  <a:pt x="50338" y="37457"/>
                </a:lnTo>
                <a:lnTo>
                  <a:pt x="45181" y="45113"/>
                </a:lnTo>
                <a:lnTo>
                  <a:pt x="37527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g2c8da5ede62_0_167"/>
          <p:cNvSpPr/>
          <p:nvPr/>
        </p:nvSpPr>
        <p:spPr>
          <a:xfrm>
            <a:off x="2998787" y="725487"/>
            <a:ext cx="25400" cy="31750"/>
          </a:xfrm>
          <a:custGeom>
            <a:avLst/>
            <a:gdLst/>
            <a:ahLst/>
            <a:cxnLst/>
            <a:rect l="l" t="t" r="r" b="b"/>
            <a:pathLst>
              <a:path w="25400" h="31750" extrusionOk="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39" y="5329"/>
                </a:lnTo>
                <a:lnTo>
                  <a:pt x="2188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 extrusionOk="0">
                <a:moveTo>
                  <a:pt x="16472" y="18292"/>
                </a:moveTo>
                <a:lnTo>
                  <a:pt x="6837" y="18292"/>
                </a:lnTo>
                <a:lnTo>
                  <a:pt x="9727" y="18680"/>
                </a:lnTo>
                <a:lnTo>
                  <a:pt x="11465" y="19999"/>
                </a:lnTo>
                <a:lnTo>
                  <a:pt x="14470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 extrusionOk="0">
                <a:moveTo>
                  <a:pt x="22239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4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26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39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g2c8da5ede62_0_167"/>
          <p:cNvSpPr txBox="1"/>
          <p:nvPr/>
        </p:nvSpPr>
        <p:spPr>
          <a:xfrm>
            <a:off x="1004887" y="10517187"/>
            <a:ext cx="4624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g2c8da5ede62_0_167"/>
          <p:cNvSpPr txBox="1"/>
          <p:nvPr/>
        </p:nvSpPr>
        <p:spPr>
          <a:xfrm>
            <a:off x="6835775" y="10517187"/>
            <a:ext cx="6432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Department of ECE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g2c8da5ede62_0_167"/>
          <p:cNvSpPr txBox="1"/>
          <p:nvPr/>
        </p:nvSpPr>
        <p:spPr>
          <a:xfrm>
            <a:off x="14474825" y="10517187"/>
            <a:ext cx="4624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</a:pPr>
            <a:fld id="{00000000-1234-1234-1234-123412341234}" type="slidenum">
              <a:rPr lang="en-US" sz="18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203;p8">
            <a:extLst>
              <a:ext uri="{FF2B5EF4-FFF2-40B4-BE49-F238E27FC236}">
                <a16:creationId xmlns:a16="http://schemas.microsoft.com/office/drawing/2014/main" id="{A9B38ECA-73F1-41B1-8195-981A82DA99AD}"/>
              </a:ext>
            </a:extLst>
          </p:cNvPr>
          <p:cNvSpPr txBox="1"/>
          <p:nvPr/>
        </p:nvSpPr>
        <p:spPr>
          <a:xfrm>
            <a:off x="4933163" y="1454597"/>
            <a:ext cx="10242550" cy="1889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algn="ctr"/>
            <a:r>
              <a:rPr lang="en-US" sz="5400" b="1" i="0" u="none" dirty="0">
                <a:solidFill>
                  <a:srgbClr val="C00000"/>
                </a:solidFill>
                <a:latin typeface="Bookman Old Style"/>
                <a:ea typeface="Calibri"/>
                <a:cs typeface="Calibri"/>
                <a:sym typeface="Calibri"/>
              </a:rPr>
              <a:t>Problem </a:t>
            </a:r>
            <a:r>
              <a:rPr lang="en-US" sz="5400" b="1" dirty="0">
                <a:solidFill>
                  <a:srgbClr val="C00000"/>
                </a:solidFill>
                <a:latin typeface="Bookman Old Style"/>
                <a:ea typeface="Calibri"/>
                <a:cs typeface="Calibri"/>
                <a:sym typeface="Calibri"/>
              </a:rPr>
              <a:t>Definition</a:t>
            </a:r>
            <a:endParaRPr lang="en-US" sz="5400"/>
          </a:p>
          <a:p>
            <a:pPr marL="12700"/>
            <a:br>
              <a:rPr lang="en-US" dirty="0">
                <a:sym typeface="Calibri"/>
              </a:rPr>
            </a:br>
            <a:endParaRPr lang="en-US" sz="5400"/>
          </a:p>
        </p:txBody>
      </p:sp>
      <p:sp>
        <p:nvSpPr>
          <p:cNvPr id="15" name="Google Shape;197;p8">
            <a:extLst>
              <a:ext uri="{FF2B5EF4-FFF2-40B4-BE49-F238E27FC236}">
                <a16:creationId xmlns:a16="http://schemas.microsoft.com/office/drawing/2014/main" id="{B2FD67F7-6BC4-404B-AA59-1A8D96C42453}"/>
              </a:ext>
            </a:extLst>
          </p:cNvPr>
          <p:cNvSpPr txBox="1"/>
          <p:nvPr/>
        </p:nvSpPr>
        <p:spPr>
          <a:xfrm>
            <a:off x="2479675" y="3687762"/>
            <a:ext cx="15497175" cy="12555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584200" indent="-571500" algn="just">
              <a:lnSpc>
                <a:spcPct val="101000"/>
              </a:lnSpc>
              <a:buClr>
                <a:schemeClr val="dk1"/>
              </a:buClr>
              <a:buSzPts val="4000"/>
              <a:buFont typeface="Calibri"/>
              <a:buChar char="•"/>
            </a:pPr>
            <a:r>
              <a:rPr lang="en-US" sz="4000" dirty="0">
                <a:solidFill>
                  <a:srgbClr val="002060"/>
                </a:solidFill>
                <a:latin typeface="Bookman Old Style"/>
              </a:rPr>
              <a:t>To design and implement a low-power Smith–Waterman accelerator on an FPGA.</a:t>
            </a:r>
            <a:endParaRPr lang="en-US" sz="4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c8da5ede62_0_167"/>
          <p:cNvSpPr txBox="1"/>
          <p:nvPr/>
        </p:nvSpPr>
        <p:spPr>
          <a:xfrm>
            <a:off x="-100" y="-25"/>
            <a:ext cx="20104200" cy="11309400"/>
          </a:xfrm>
          <a:prstGeom prst="rect">
            <a:avLst/>
          </a:prstGeom>
          <a:solidFill>
            <a:schemeClr val="lt1">
              <a:alpha val="97650"/>
            </a:schemeClr>
          </a:solidFill>
          <a:ln w="762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SzPts val="1800"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2" name="Google Shape;152;g2c8da5ede62_0_1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-25"/>
            <a:ext cx="20104100" cy="1130935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g2c8da5ede62_0_167"/>
          <p:cNvSpPr/>
          <p:nvPr/>
        </p:nvSpPr>
        <p:spPr>
          <a:xfrm>
            <a:off x="2982912" y="712787"/>
            <a:ext cx="57220" cy="57080"/>
          </a:xfrm>
          <a:custGeom>
            <a:avLst/>
            <a:gdLst/>
            <a:ahLst/>
            <a:cxnLst/>
            <a:rect l="l" t="t" r="r" b="b"/>
            <a:pathLst>
              <a:path w="56514" h="56515" extrusionOk="0">
                <a:moveTo>
                  <a:pt x="28145" y="0"/>
                </a:moveTo>
                <a:lnTo>
                  <a:pt x="17201" y="2207"/>
                </a:lnTo>
                <a:lnTo>
                  <a:pt x="8253" y="8227"/>
                </a:lnTo>
                <a:lnTo>
                  <a:pt x="2215" y="17157"/>
                </a:lnTo>
                <a:lnTo>
                  <a:pt x="0" y="28093"/>
                </a:lnTo>
                <a:lnTo>
                  <a:pt x="2215" y="39037"/>
                </a:lnTo>
                <a:lnTo>
                  <a:pt x="8253" y="47985"/>
                </a:lnTo>
                <a:lnTo>
                  <a:pt x="17201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3" y="50280"/>
                </a:lnTo>
                <a:lnTo>
                  <a:pt x="11109" y="45113"/>
                </a:lnTo>
                <a:lnTo>
                  <a:pt x="5952" y="37457"/>
                </a:lnTo>
                <a:lnTo>
                  <a:pt x="4062" y="28093"/>
                </a:lnTo>
                <a:lnTo>
                  <a:pt x="5952" y="18722"/>
                </a:lnTo>
                <a:lnTo>
                  <a:pt x="11109" y="11052"/>
                </a:lnTo>
                <a:lnTo>
                  <a:pt x="18763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 extrusionOk="0">
                <a:moveTo>
                  <a:pt x="41684" y="3968"/>
                </a:moveTo>
                <a:lnTo>
                  <a:pt x="28145" y="3968"/>
                </a:lnTo>
                <a:lnTo>
                  <a:pt x="37527" y="5870"/>
                </a:lnTo>
                <a:lnTo>
                  <a:pt x="45181" y="11052"/>
                </a:lnTo>
                <a:lnTo>
                  <a:pt x="50338" y="18722"/>
                </a:lnTo>
                <a:lnTo>
                  <a:pt x="52228" y="28093"/>
                </a:lnTo>
                <a:lnTo>
                  <a:pt x="50338" y="37457"/>
                </a:lnTo>
                <a:lnTo>
                  <a:pt x="45181" y="45113"/>
                </a:lnTo>
                <a:lnTo>
                  <a:pt x="37527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g2c8da5ede62_0_167"/>
          <p:cNvSpPr/>
          <p:nvPr/>
        </p:nvSpPr>
        <p:spPr>
          <a:xfrm>
            <a:off x="2998787" y="725487"/>
            <a:ext cx="25400" cy="31750"/>
          </a:xfrm>
          <a:custGeom>
            <a:avLst/>
            <a:gdLst/>
            <a:ahLst/>
            <a:cxnLst/>
            <a:rect l="l" t="t" r="r" b="b"/>
            <a:pathLst>
              <a:path w="25400" h="31750" extrusionOk="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39" y="5329"/>
                </a:lnTo>
                <a:lnTo>
                  <a:pt x="2188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 extrusionOk="0">
                <a:moveTo>
                  <a:pt x="16472" y="18292"/>
                </a:moveTo>
                <a:lnTo>
                  <a:pt x="6837" y="18292"/>
                </a:lnTo>
                <a:lnTo>
                  <a:pt x="9727" y="18680"/>
                </a:lnTo>
                <a:lnTo>
                  <a:pt x="11465" y="19999"/>
                </a:lnTo>
                <a:lnTo>
                  <a:pt x="14470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 extrusionOk="0">
                <a:moveTo>
                  <a:pt x="22239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4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26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39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g2c8da5ede62_0_167"/>
          <p:cNvSpPr txBox="1"/>
          <p:nvPr/>
        </p:nvSpPr>
        <p:spPr>
          <a:xfrm>
            <a:off x="1004887" y="10517187"/>
            <a:ext cx="4624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g2c8da5ede62_0_167"/>
          <p:cNvSpPr txBox="1"/>
          <p:nvPr/>
        </p:nvSpPr>
        <p:spPr>
          <a:xfrm>
            <a:off x="6835775" y="10517187"/>
            <a:ext cx="6432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Department of ECE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g2c8da5ede62_0_167"/>
          <p:cNvSpPr txBox="1"/>
          <p:nvPr/>
        </p:nvSpPr>
        <p:spPr>
          <a:xfrm>
            <a:off x="14474825" y="10517187"/>
            <a:ext cx="4624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</a:pPr>
            <a:fld id="{00000000-1234-1234-1234-123412341234}" type="slidenum">
              <a:rPr lang="en-US" sz="18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213;p9">
            <a:extLst>
              <a:ext uri="{FF2B5EF4-FFF2-40B4-BE49-F238E27FC236}">
                <a16:creationId xmlns:a16="http://schemas.microsoft.com/office/drawing/2014/main" id="{C0A325CB-FC1B-4D6C-A0DF-02D92F6AF912}"/>
              </a:ext>
            </a:extLst>
          </p:cNvPr>
          <p:cNvSpPr txBox="1"/>
          <p:nvPr/>
        </p:nvSpPr>
        <p:spPr>
          <a:xfrm>
            <a:off x="817201" y="2818333"/>
            <a:ext cx="18474262" cy="7134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457200" indent="-457200" algn="just">
              <a:buClr>
                <a:schemeClr val="dk1"/>
              </a:buClr>
              <a:buSzPts val="4000"/>
              <a:buAutoNum type="arabicPeriod"/>
            </a:pPr>
            <a:r>
              <a:rPr lang="en-US" sz="4000" b="1" dirty="0">
                <a:solidFill>
                  <a:srgbClr val="002060"/>
                </a:solidFill>
                <a:latin typeface="Bookman Old Style"/>
                <a:ea typeface="Calibri"/>
                <a:cs typeface="Calibri"/>
              </a:rPr>
              <a:t>To design a Smith Waterman Hardware Accelerator : </a:t>
            </a:r>
            <a:r>
              <a:rPr lang="en-US" sz="4000" dirty="0">
                <a:solidFill>
                  <a:srgbClr val="002060"/>
                </a:solidFill>
                <a:latin typeface="Bookman Old Style"/>
                <a:ea typeface="Calibri"/>
                <a:cs typeface="Calibri"/>
              </a:rPr>
              <a:t>Develop a custom hardware architecture (systolic array) that implements exact Smith–Waterman local alignment for short DNA sequences.</a:t>
            </a:r>
          </a:p>
          <a:p>
            <a:pPr marL="457200" indent="-457200" algn="just">
              <a:buSzPts val="4000"/>
              <a:buAutoNum type="arabicPeriod"/>
            </a:pPr>
            <a:r>
              <a:rPr lang="en-US" sz="4000" b="1" dirty="0">
                <a:solidFill>
                  <a:srgbClr val="002060"/>
                </a:solidFill>
                <a:latin typeface="Bookman Old Style"/>
                <a:ea typeface="Calibri"/>
                <a:cs typeface="Calibri"/>
              </a:rPr>
              <a:t>To implement and verify on FPGA : </a:t>
            </a:r>
            <a:r>
              <a:rPr lang="en-US" sz="4000" dirty="0">
                <a:solidFill>
                  <a:srgbClr val="002060"/>
                </a:solidFill>
                <a:latin typeface="Bookman Old Style"/>
                <a:ea typeface="Calibri"/>
                <a:cs typeface="Calibri"/>
              </a:rPr>
              <a:t>Implement the accelerator on an FPGA, write testbenches, and verify functional correctness using synthetic and/or example DNA sequences, using Virtual I/O IP.</a:t>
            </a:r>
          </a:p>
          <a:p>
            <a:pPr marL="457200" indent="-457200" algn="just">
              <a:buSzPts val="4000"/>
              <a:buAutoNum type="arabicPeriod"/>
            </a:pPr>
            <a:r>
              <a:rPr lang="en-US" sz="4000" b="1" dirty="0">
                <a:solidFill>
                  <a:srgbClr val="002060"/>
                </a:solidFill>
                <a:latin typeface="Bookman Old Style"/>
                <a:ea typeface="Calibri"/>
                <a:cs typeface="Calibri"/>
              </a:rPr>
              <a:t>To obtain the maximum score of alignment and the position where that alignment is found.</a:t>
            </a:r>
          </a:p>
          <a:p>
            <a:pPr marL="457200" indent="-457200" algn="just">
              <a:buSzPts val="4000"/>
              <a:buAutoNum type="arabicPeriod"/>
            </a:pPr>
            <a:r>
              <a:rPr lang="en-US" sz="4000" b="1" dirty="0">
                <a:solidFill>
                  <a:srgbClr val="002060"/>
                </a:solidFill>
                <a:latin typeface="Bookman Old Style"/>
                <a:ea typeface="Calibri"/>
                <a:cs typeface="Calibri"/>
              </a:rPr>
              <a:t>To perform traceback using the scores got using python</a:t>
            </a:r>
          </a:p>
          <a:p>
            <a:pPr marR="0" lv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AutoNum type="arabicPeriod"/>
            </a:pPr>
            <a:endParaRPr lang="en-US" sz="2200" dirty="0">
              <a:solidFill>
                <a:srgbClr val="002060"/>
              </a:solidFill>
              <a:latin typeface="Bookman Old Style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84200" marR="0" lvl="0" indent="-571500" algn="just" rtl="0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AutoNum type="arabicPeriod"/>
            </a:pPr>
            <a:endParaRPr lang="en-US" sz="4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84200" indent="-571500" algn="just">
              <a:lnSpc>
                <a:spcPct val="101000"/>
              </a:lnSpc>
              <a:buClr>
                <a:schemeClr val="dk1"/>
              </a:buClr>
              <a:buSzPts val="4000"/>
              <a:buAutoNum type="arabicPeriod"/>
            </a:pPr>
            <a:endParaRPr lang="en-US" sz="4000"/>
          </a:p>
        </p:txBody>
      </p:sp>
      <p:sp>
        <p:nvSpPr>
          <p:cNvPr id="3" name="Google Shape;203;p8">
            <a:extLst>
              <a:ext uri="{FF2B5EF4-FFF2-40B4-BE49-F238E27FC236}">
                <a16:creationId xmlns:a16="http://schemas.microsoft.com/office/drawing/2014/main" id="{F1CBA4F3-4254-93A8-F025-68FF3E199670}"/>
              </a:ext>
            </a:extLst>
          </p:cNvPr>
          <p:cNvSpPr txBox="1"/>
          <p:nvPr/>
        </p:nvSpPr>
        <p:spPr>
          <a:xfrm>
            <a:off x="4933163" y="1629615"/>
            <a:ext cx="10242550" cy="1274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algn="ctr"/>
            <a:r>
              <a:rPr lang="en-US" sz="5400" b="1" dirty="0">
                <a:solidFill>
                  <a:srgbClr val="C00000"/>
                </a:solidFill>
                <a:latin typeface="Bookman Old Style"/>
                <a:ea typeface="Calibri"/>
                <a:cs typeface="Calibri"/>
              </a:rPr>
              <a:t>Objectives</a:t>
            </a:r>
          </a:p>
          <a:p>
            <a:pPr marL="12700"/>
            <a:br>
              <a:rPr lang="en-US" dirty="0">
                <a:sym typeface="Calibri"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64116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c8da5ede62_0_167"/>
          <p:cNvSpPr txBox="1"/>
          <p:nvPr/>
        </p:nvSpPr>
        <p:spPr>
          <a:xfrm>
            <a:off x="-100" y="-25"/>
            <a:ext cx="20104200" cy="11309400"/>
          </a:xfrm>
          <a:prstGeom prst="rect">
            <a:avLst/>
          </a:prstGeom>
          <a:solidFill>
            <a:schemeClr val="lt1">
              <a:alpha val="97650"/>
            </a:schemeClr>
          </a:solidFill>
          <a:ln w="762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2" name="Google Shape;152;g2c8da5ede62_0_1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6450"/>
            <a:ext cx="20104100" cy="1130935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g2c8da5ede62_0_167"/>
          <p:cNvSpPr/>
          <p:nvPr/>
        </p:nvSpPr>
        <p:spPr>
          <a:xfrm>
            <a:off x="2982912" y="712787"/>
            <a:ext cx="57220" cy="57080"/>
          </a:xfrm>
          <a:custGeom>
            <a:avLst/>
            <a:gdLst/>
            <a:ahLst/>
            <a:cxnLst/>
            <a:rect l="l" t="t" r="r" b="b"/>
            <a:pathLst>
              <a:path w="56514" h="56515" extrusionOk="0">
                <a:moveTo>
                  <a:pt x="28145" y="0"/>
                </a:moveTo>
                <a:lnTo>
                  <a:pt x="17201" y="2207"/>
                </a:lnTo>
                <a:lnTo>
                  <a:pt x="8253" y="8227"/>
                </a:lnTo>
                <a:lnTo>
                  <a:pt x="2215" y="17157"/>
                </a:lnTo>
                <a:lnTo>
                  <a:pt x="0" y="28093"/>
                </a:lnTo>
                <a:lnTo>
                  <a:pt x="2215" y="39037"/>
                </a:lnTo>
                <a:lnTo>
                  <a:pt x="8253" y="47985"/>
                </a:lnTo>
                <a:lnTo>
                  <a:pt x="17201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3" y="50280"/>
                </a:lnTo>
                <a:lnTo>
                  <a:pt x="11109" y="45113"/>
                </a:lnTo>
                <a:lnTo>
                  <a:pt x="5952" y="37457"/>
                </a:lnTo>
                <a:lnTo>
                  <a:pt x="4062" y="28093"/>
                </a:lnTo>
                <a:lnTo>
                  <a:pt x="5952" y="18722"/>
                </a:lnTo>
                <a:lnTo>
                  <a:pt x="11109" y="11052"/>
                </a:lnTo>
                <a:lnTo>
                  <a:pt x="18763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 extrusionOk="0">
                <a:moveTo>
                  <a:pt x="41684" y="3968"/>
                </a:moveTo>
                <a:lnTo>
                  <a:pt x="28145" y="3968"/>
                </a:lnTo>
                <a:lnTo>
                  <a:pt x="37527" y="5870"/>
                </a:lnTo>
                <a:lnTo>
                  <a:pt x="45181" y="11052"/>
                </a:lnTo>
                <a:lnTo>
                  <a:pt x="50338" y="18722"/>
                </a:lnTo>
                <a:lnTo>
                  <a:pt x="52228" y="28093"/>
                </a:lnTo>
                <a:lnTo>
                  <a:pt x="50338" y="37457"/>
                </a:lnTo>
                <a:lnTo>
                  <a:pt x="45181" y="45113"/>
                </a:lnTo>
                <a:lnTo>
                  <a:pt x="37527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g2c8da5ede62_0_167"/>
          <p:cNvSpPr/>
          <p:nvPr/>
        </p:nvSpPr>
        <p:spPr>
          <a:xfrm>
            <a:off x="2998787" y="725487"/>
            <a:ext cx="25400" cy="31750"/>
          </a:xfrm>
          <a:custGeom>
            <a:avLst/>
            <a:gdLst/>
            <a:ahLst/>
            <a:cxnLst/>
            <a:rect l="l" t="t" r="r" b="b"/>
            <a:pathLst>
              <a:path w="25400" h="31750" extrusionOk="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39" y="5329"/>
                </a:lnTo>
                <a:lnTo>
                  <a:pt x="2188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 extrusionOk="0">
                <a:moveTo>
                  <a:pt x="16472" y="18292"/>
                </a:moveTo>
                <a:lnTo>
                  <a:pt x="6837" y="18292"/>
                </a:lnTo>
                <a:lnTo>
                  <a:pt x="9727" y="18680"/>
                </a:lnTo>
                <a:lnTo>
                  <a:pt x="11465" y="19999"/>
                </a:lnTo>
                <a:lnTo>
                  <a:pt x="14470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 extrusionOk="0">
                <a:moveTo>
                  <a:pt x="22239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4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26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39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g2c8da5ede62_0_167"/>
          <p:cNvSpPr txBox="1"/>
          <p:nvPr/>
        </p:nvSpPr>
        <p:spPr>
          <a:xfrm>
            <a:off x="1004887" y="10517187"/>
            <a:ext cx="4624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g2c8da5ede62_0_167"/>
          <p:cNvSpPr txBox="1"/>
          <p:nvPr/>
        </p:nvSpPr>
        <p:spPr>
          <a:xfrm>
            <a:off x="6835775" y="10517187"/>
            <a:ext cx="6432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Department of ECE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g2c8da5ede62_0_167"/>
          <p:cNvSpPr txBox="1"/>
          <p:nvPr/>
        </p:nvSpPr>
        <p:spPr>
          <a:xfrm>
            <a:off x="14474825" y="10517187"/>
            <a:ext cx="4624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</a:pPr>
            <a:fld id="{00000000-1234-1234-1234-123412341234}" type="slidenum">
              <a:rPr lang="en-US" sz="18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A8B7B24-DAAA-4042-B56D-807E76AF2A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6965675"/>
              </p:ext>
            </p:extLst>
          </p:nvPr>
        </p:nvGraphicFramePr>
        <p:xfrm>
          <a:off x="496339" y="2221004"/>
          <a:ext cx="19111422" cy="77280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460512">
                  <a:extLst>
                    <a:ext uri="{9D8B030D-6E8A-4147-A177-3AD203B41FA5}">
                      <a16:colId xmlns:a16="http://schemas.microsoft.com/office/drawing/2014/main" val="3144819156"/>
                    </a:ext>
                  </a:extLst>
                </a:gridCol>
                <a:gridCol w="11280436">
                  <a:extLst>
                    <a:ext uri="{9D8B030D-6E8A-4147-A177-3AD203B41FA5}">
                      <a16:colId xmlns:a16="http://schemas.microsoft.com/office/drawing/2014/main" val="1503004411"/>
                    </a:ext>
                  </a:extLst>
                </a:gridCol>
                <a:gridCol w="6370474">
                  <a:extLst>
                    <a:ext uri="{9D8B030D-6E8A-4147-A177-3AD203B41FA5}">
                      <a16:colId xmlns:a16="http://schemas.microsoft.com/office/drawing/2014/main" val="2110296563"/>
                    </a:ext>
                  </a:extLst>
                </a:gridCol>
              </a:tblGrid>
              <a:tr h="74064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800"/>
                        <a:buFont typeface="Calibri"/>
                        <a:buNone/>
                      </a:pPr>
                      <a:r>
                        <a:rPr lang="en-US" sz="2800" b="1" i="0" u="none" strike="noStrike" cap="none" err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Sl</a:t>
                      </a:r>
                      <a:r>
                        <a:rPr lang="en-US" sz="2800" b="1" i="0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No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800"/>
                        <a:buFont typeface="Calibri"/>
                        <a:buNone/>
                      </a:pPr>
                      <a:r>
                        <a:rPr lang="en-US" sz="2800" b="1" i="0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Paper Title, Journal Name, Year 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800"/>
                        <a:buFont typeface="Calibri"/>
                        <a:buNone/>
                      </a:pPr>
                      <a:r>
                        <a:rPr lang="en-US" sz="2800" b="1" i="0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Major findings / observations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8776656"/>
                  </a:ext>
                </a:extLst>
              </a:tr>
              <a:tr h="380170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Calibri"/>
                        <a:buNone/>
                      </a:pPr>
                      <a:r>
                        <a:rPr lang="en-US" sz="2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3500" b="0" i="0" u="none" strike="noStrike" cap="non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An FPGA-based hardware accelerator supporting sensitive sequence homology filtering with profile hidden Markov models</a:t>
                      </a:r>
                      <a:r>
                        <a:rPr lang="en-US" sz="3500" b="1" i="0" u="none" strike="noStrike" cap="non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. BMC Bioinformatics,</a:t>
                      </a:r>
                    </a:p>
                    <a:p>
                      <a:pPr rtl="0"/>
                      <a:r>
                        <a:rPr lang="en-US" sz="3500" b="1" i="0" u="none" strike="noStrike" cap="non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2024</a:t>
                      </a:r>
                      <a:endParaRPr lang="en-US" sz="35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br>
                        <a:rPr lang="en-US" sz="28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endParaRPr sz="2800" b="1" i="0" u="none">
                        <a:solidFill>
                          <a:srgbClr val="FF0000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ase"/>
                      <a:r>
                        <a:rPr lang="en-US" sz="3500" b="0" i="0" u="none" strike="noStrike" cap="non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1.Uses a systolic array of </a:t>
                      </a:r>
                      <a:r>
                        <a:rPr lang="en-US" sz="3500" b="1" i="0" u="none" strike="noStrike" cap="non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12,288 PEs</a:t>
                      </a:r>
                      <a:r>
                        <a:rPr lang="en-US" sz="3500" b="0" i="0" u="none" strike="noStrike" cap="non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 to compute DP cells in parallel</a:t>
                      </a:r>
                    </a:p>
                    <a:p>
                      <a:r>
                        <a:rPr lang="en-US" sz="3500" b="0" i="0" u="none" strike="noStrike" cap="non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2.It achieves </a:t>
                      </a:r>
                      <a:r>
                        <a:rPr lang="en-US" sz="3500" b="1" i="0" u="none" strike="noStrike" cap="non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1739 GCUPS</a:t>
                      </a:r>
                      <a:r>
                        <a:rPr lang="en-US" sz="3500" b="0" i="0" u="none" strike="noStrike" cap="non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 (up to </a:t>
                      </a:r>
                      <a:r>
                        <a:rPr lang="en-US" sz="3500" b="1" i="0" u="none" strike="noStrike" cap="non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227×</a:t>
                      </a:r>
                      <a:r>
                        <a:rPr lang="en-US" sz="3500" b="0" i="0" u="none" strike="noStrike" cap="non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 faster than CPU implementation)</a:t>
                      </a:r>
                      <a:endParaRPr sz="3500" b="0" i="0" u="none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5301821"/>
                  </a:ext>
                </a:extLst>
              </a:tr>
              <a:tr h="318569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Calibri"/>
                        <a:buNone/>
                      </a:pPr>
                      <a:r>
                        <a:rPr lang="en-US" sz="28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Calibri"/>
                        <a:buNone/>
                      </a:pPr>
                      <a:r>
                        <a:rPr lang="en-US" sz="3500" b="0" i="0" u="none" strike="noStrike" cap="non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Proposal of Smith-Waterman algorithm on FPGA to accelerate the forward and backtracking steps. </a:t>
                      </a:r>
                      <a:r>
                        <a:rPr lang="en-US" sz="3000" b="1" i="0" u="none" strike="noStrike" cap="non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International Conference on Embedded Computer Systems: Architectures, Modeling, and Simulation,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Calibri"/>
                        <a:buNone/>
                      </a:pPr>
                      <a:r>
                        <a:rPr lang="en-US" sz="3000" b="1" i="0" u="none" strike="noStrike" cap="non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2015</a:t>
                      </a:r>
                      <a:endParaRPr sz="3000" b="1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5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Synthesis analyses have shown that the proposed design reaches up to 79.5 Giga Cell Updates per Second (GCUPS).</a:t>
                      </a:r>
                      <a:endParaRPr sz="35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8275046"/>
                  </a:ext>
                </a:extLst>
              </a:tr>
            </a:tbl>
          </a:graphicData>
        </a:graphic>
      </p:graphicFrame>
      <p:sp>
        <p:nvSpPr>
          <p:cNvPr id="4" name="Google Shape;203;p8">
            <a:extLst>
              <a:ext uri="{FF2B5EF4-FFF2-40B4-BE49-F238E27FC236}">
                <a16:creationId xmlns:a16="http://schemas.microsoft.com/office/drawing/2014/main" id="{46A961BB-BDA8-E95A-8CCF-FC7994C6C62F}"/>
              </a:ext>
            </a:extLst>
          </p:cNvPr>
          <p:cNvSpPr txBox="1"/>
          <p:nvPr/>
        </p:nvSpPr>
        <p:spPr>
          <a:xfrm>
            <a:off x="4933163" y="719521"/>
            <a:ext cx="10242550" cy="1889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algn="ctr"/>
            <a:r>
              <a:rPr lang="en-US" sz="5400" b="1">
                <a:solidFill>
                  <a:srgbClr val="C00000"/>
                </a:solidFill>
                <a:latin typeface="Bookman Old Style"/>
                <a:ea typeface="Calibri"/>
                <a:cs typeface="Calibri"/>
                <a:sym typeface="Calibri"/>
              </a:rPr>
              <a:t>Literature Review</a:t>
            </a:r>
            <a:endParaRPr lang="en-US"/>
          </a:p>
          <a:p>
            <a:pPr marL="12700"/>
            <a:br>
              <a:rPr lang="en-US" dirty="0">
                <a:sym typeface="Calibri"/>
              </a:rPr>
            </a:br>
            <a:endParaRPr lang="en-US" sz="5400"/>
          </a:p>
        </p:txBody>
      </p:sp>
    </p:spTree>
    <p:extLst>
      <p:ext uri="{BB962C8B-B14F-4D97-AF65-F5344CB8AC3E}">
        <p14:creationId xmlns:p14="http://schemas.microsoft.com/office/powerpoint/2010/main" val="15059211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c8da5ede62_0_167"/>
          <p:cNvSpPr txBox="1"/>
          <p:nvPr/>
        </p:nvSpPr>
        <p:spPr>
          <a:xfrm>
            <a:off x="-100" y="-25"/>
            <a:ext cx="20104200" cy="11309400"/>
          </a:xfrm>
          <a:prstGeom prst="rect">
            <a:avLst/>
          </a:prstGeom>
          <a:solidFill>
            <a:schemeClr val="lt1">
              <a:alpha val="97650"/>
            </a:schemeClr>
          </a:solidFill>
          <a:ln w="762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2" name="Google Shape;152;g2c8da5ede62_0_1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6450"/>
            <a:ext cx="20104100" cy="1130935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g2c8da5ede62_0_167"/>
          <p:cNvSpPr/>
          <p:nvPr/>
        </p:nvSpPr>
        <p:spPr>
          <a:xfrm>
            <a:off x="2982912" y="712787"/>
            <a:ext cx="57220" cy="57080"/>
          </a:xfrm>
          <a:custGeom>
            <a:avLst/>
            <a:gdLst/>
            <a:ahLst/>
            <a:cxnLst/>
            <a:rect l="l" t="t" r="r" b="b"/>
            <a:pathLst>
              <a:path w="56514" h="56515" extrusionOk="0">
                <a:moveTo>
                  <a:pt x="28145" y="0"/>
                </a:moveTo>
                <a:lnTo>
                  <a:pt x="17201" y="2207"/>
                </a:lnTo>
                <a:lnTo>
                  <a:pt x="8253" y="8227"/>
                </a:lnTo>
                <a:lnTo>
                  <a:pt x="2215" y="17157"/>
                </a:lnTo>
                <a:lnTo>
                  <a:pt x="0" y="28093"/>
                </a:lnTo>
                <a:lnTo>
                  <a:pt x="2215" y="39037"/>
                </a:lnTo>
                <a:lnTo>
                  <a:pt x="8253" y="47985"/>
                </a:lnTo>
                <a:lnTo>
                  <a:pt x="17201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3" y="50280"/>
                </a:lnTo>
                <a:lnTo>
                  <a:pt x="11109" y="45113"/>
                </a:lnTo>
                <a:lnTo>
                  <a:pt x="5952" y="37457"/>
                </a:lnTo>
                <a:lnTo>
                  <a:pt x="4062" y="28093"/>
                </a:lnTo>
                <a:lnTo>
                  <a:pt x="5952" y="18722"/>
                </a:lnTo>
                <a:lnTo>
                  <a:pt x="11109" y="11052"/>
                </a:lnTo>
                <a:lnTo>
                  <a:pt x="18763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 extrusionOk="0">
                <a:moveTo>
                  <a:pt x="41684" y="3968"/>
                </a:moveTo>
                <a:lnTo>
                  <a:pt x="28145" y="3968"/>
                </a:lnTo>
                <a:lnTo>
                  <a:pt x="37527" y="5870"/>
                </a:lnTo>
                <a:lnTo>
                  <a:pt x="45181" y="11052"/>
                </a:lnTo>
                <a:lnTo>
                  <a:pt x="50338" y="18722"/>
                </a:lnTo>
                <a:lnTo>
                  <a:pt x="52228" y="28093"/>
                </a:lnTo>
                <a:lnTo>
                  <a:pt x="50338" y="37457"/>
                </a:lnTo>
                <a:lnTo>
                  <a:pt x="45181" y="45113"/>
                </a:lnTo>
                <a:lnTo>
                  <a:pt x="37527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g2c8da5ede62_0_167"/>
          <p:cNvSpPr/>
          <p:nvPr/>
        </p:nvSpPr>
        <p:spPr>
          <a:xfrm>
            <a:off x="2998787" y="725487"/>
            <a:ext cx="25400" cy="31750"/>
          </a:xfrm>
          <a:custGeom>
            <a:avLst/>
            <a:gdLst/>
            <a:ahLst/>
            <a:cxnLst/>
            <a:rect l="l" t="t" r="r" b="b"/>
            <a:pathLst>
              <a:path w="25400" h="31750" extrusionOk="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39" y="5329"/>
                </a:lnTo>
                <a:lnTo>
                  <a:pt x="2188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 extrusionOk="0">
                <a:moveTo>
                  <a:pt x="16472" y="18292"/>
                </a:moveTo>
                <a:lnTo>
                  <a:pt x="6837" y="18292"/>
                </a:lnTo>
                <a:lnTo>
                  <a:pt x="9727" y="18680"/>
                </a:lnTo>
                <a:lnTo>
                  <a:pt x="11465" y="19999"/>
                </a:lnTo>
                <a:lnTo>
                  <a:pt x="14470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 extrusionOk="0">
                <a:moveTo>
                  <a:pt x="22239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4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26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39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g2c8da5ede62_0_167"/>
          <p:cNvSpPr txBox="1"/>
          <p:nvPr/>
        </p:nvSpPr>
        <p:spPr>
          <a:xfrm>
            <a:off x="1004887" y="10517187"/>
            <a:ext cx="4624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g2c8da5ede62_0_167"/>
          <p:cNvSpPr txBox="1"/>
          <p:nvPr/>
        </p:nvSpPr>
        <p:spPr>
          <a:xfrm>
            <a:off x="6835775" y="10517187"/>
            <a:ext cx="6432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Department of ECE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g2c8da5ede62_0_167"/>
          <p:cNvSpPr txBox="1"/>
          <p:nvPr/>
        </p:nvSpPr>
        <p:spPr>
          <a:xfrm>
            <a:off x="14474825" y="10517187"/>
            <a:ext cx="4624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</a:pPr>
            <a:fld id="{00000000-1234-1234-1234-123412341234}" type="slidenum">
              <a:rPr lang="en-US" sz="18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A8B7B24-DAAA-4042-B56D-807E76AF2A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8970525"/>
              </p:ext>
            </p:extLst>
          </p:nvPr>
        </p:nvGraphicFramePr>
        <p:xfrm>
          <a:off x="494389" y="1967517"/>
          <a:ext cx="19232630" cy="8358733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469775">
                  <a:extLst>
                    <a:ext uri="{9D8B030D-6E8A-4147-A177-3AD203B41FA5}">
                      <a16:colId xmlns:a16="http://schemas.microsoft.com/office/drawing/2014/main" val="3144819156"/>
                    </a:ext>
                  </a:extLst>
                </a:gridCol>
                <a:gridCol w="10579120">
                  <a:extLst>
                    <a:ext uri="{9D8B030D-6E8A-4147-A177-3AD203B41FA5}">
                      <a16:colId xmlns:a16="http://schemas.microsoft.com/office/drawing/2014/main" val="1503004411"/>
                    </a:ext>
                  </a:extLst>
                </a:gridCol>
                <a:gridCol w="7183735">
                  <a:extLst>
                    <a:ext uri="{9D8B030D-6E8A-4147-A177-3AD203B41FA5}">
                      <a16:colId xmlns:a16="http://schemas.microsoft.com/office/drawing/2014/main" val="2110296563"/>
                    </a:ext>
                  </a:extLst>
                </a:gridCol>
              </a:tblGrid>
              <a:tr h="492909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800"/>
                        <a:buFont typeface="Calibri"/>
                        <a:buNone/>
                      </a:pPr>
                      <a:r>
                        <a:rPr lang="en-US" sz="2800" b="1" i="0" u="none" strike="noStrike" cap="none" err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Sl</a:t>
                      </a:r>
                      <a:r>
                        <a:rPr lang="en-US" sz="2800" b="1" i="0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No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800"/>
                        <a:buFont typeface="Calibri"/>
                        <a:buNone/>
                      </a:pPr>
                      <a:r>
                        <a:rPr lang="en-US" sz="2800" b="1" i="0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Paper Title, Journal Name, Year 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800"/>
                        <a:buFont typeface="Calibri"/>
                        <a:buNone/>
                      </a:pPr>
                      <a:r>
                        <a:rPr lang="en-US" sz="2800" b="1" i="0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Major findings / observations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8776656"/>
                  </a:ext>
                </a:extLst>
              </a:tr>
              <a:tr h="391421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Calibri"/>
                        <a:buNone/>
                      </a:pPr>
                      <a:r>
                        <a:rPr lang="en-US" sz="2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500" b="0" i="0" u="none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Architectural optimizations for high performance and energy efficient Smith-Waterman implementation on FPGAs using OpenCL.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 b="1" i="0" u="none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Design, Automation &amp; Test in Europe Conference &amp; Exhibition (DATE),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 b="1" i="0" u="none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2017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3500" b="0" i="0" u="none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800" b="1" i="0" u="non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3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 They tested 4×4 matrices with binary DNA encoding.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3300" b="0" i="0" u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3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2.This paper speeds up DNA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3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comparison by 5× using parallel hardware processing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800" b="0" i="0" u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5301821"/>
                  </a:ext>
                </a:extLst>
              </a:tr>
              <a:tr h="372575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Calibri"/>
                        <a:buNone/>
                      </a:pPr>
                      <a:r>
                        <a:rPr lang="en-US" sz="28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35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An FPGA-Based Systolic Array to Accelerate the BWA-MEM Genomic Mapping Algorithm</a:t>
                      </a:r>
                      <a:br>
                        <a:rPr lang="en-US" sz="35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US" sz="3200" b="1" i="0" u="none" strike="noStrike" cap="non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International Conference on Embedded Computer Systems: Architectures, Modeling, and Simulation,</a:t>
                      </a:r>
                      <a:endParaRPr lang="en-US" sz="3200" b="1">
                        <a:effectLst/>
                      </a:endParaRPr>
                    </a:p>
                    <a:p>
                      <a:pPr rtl="0"/>
                      <a:r>
                        <a:rPr lang="en-US" sz="3200" b="1" i="0" u="none" strike="noStrike" cap="non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2015</a:t>
                      </a:r>
                      <a:br>
                        <a:rPr lang="en-US" sz="3600"/>
                      </a:br>
                      <a:endParaRPr lang="en-US" sz="3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Calibri"/>
                        <a:buNone/>
                      </a:pP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Achieves ~3× kernel speedup and ~45% overall application improvement.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8275046"/>
                  </a:ext>
                </a:extLst>
              </a:tr>
            </a:tbl>
          </a:graphicData>
        </a:graphic>
      </p:graphicFrame>
      <p:sp>
        <p:nvSpPr>
          <p:cNvPr id="4" name="Google Shape;203;p8">
            <a:extLst>
              <a:ext uri="{FF2B5EF4-FFF2-40B4-BE49-F238E27FC236}">
                <a16:creationId xmlns:a16="http://schemas.microsoft.com/office/drawing/2014/main" id="{0370DE13-59B0-D164-3D16-A398203BD302}"/>
              </a:ext>
            </a:extLst>
          </p:cNvPr>
          <p:cNvSpPr txBox="1"/>
          <p:nvPr/>
        </p:nvSpPr>
        <p:spPr>
          <a:xfrm>
            <a:off x="4933163" y="719521"/>
            <a:ext cx="10242550" cy="1889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algn="ctr"/>
            <a:r>
              <a:rPr lang="en-US" sz="5400" b="1">
                <a:solidFill>
                  <a:srgbClr val="C00000"/>
                </a:solidFill>
                <a:latin typeface="Bookman Old Style"/>
                <a:ea typeface="Calibri"/>
                <a:cs typeface="Calibri"/>
                <a:sym typeface="Calibri"/>
              </a:rPr>
              <a:t>Literature Review</a:t>
            </a:r>
            <a:endParaRPr lang="en-US"/>
          </a:p>
          <a:p>
            <a:pPr marL="12700"/>
            <a:br>
              <a:rPr lang="en-US" dirty="0">
                <a:sym typeface="Calibri"/>
              </a:rPr>
            </a:br>
            <a:endParaRPr lang="en-US" sz="5400"/>
          </a:p>
        </p:txBody>
      </p:sp>
    </p:spTree>
    <p:extLst>
      <p:ext uri="{BB962C8B-B14F-4D97-AF65-F5344CB8AC3E}">
        <p14:creationId xmlns:p14="http://schemas.microsoft.com/office/powerpoint/2010/main" val="22174008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c8da5ede62_0_167"/>
          <p:cNvSpPr txBox="1"/>
          <p:nvPr/>
        </p:nvSpPr>
        <p:spPr>
          <a:xfrm>
            <a:off x="-100" y="-25"/>
            <a:ext cx="20104200" cy="11309400"/>
          </a:xfrm>
          <a:prstGeom prst="rect">
            <a:avLst/>
          </a:prstGeom>
          <a:solidFill>
            <a:schemeClr val="lt1">
              <a:alpha val="97650"/>
            </a:schemeClr>
          </a:solidFill>
          <a:ln w="762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2" name="Google Shape;152;g2c8da5ede62_0_1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6450"/>
            <a:ext cx="20104100" cy="1130935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g2c8da5ede62_0_167"/>
          <p:cNvSpPr/>
          <p:nvPr/>
        </p:nvSpPr>
        <p:spPr>
          <a:xfrm>
            <a:off x="2982912" y="712787"/>
            <a:ext cx="57220" cy="57080"/>
          </a:xfrm>
          <a:custGeom>
            <a:avLst/>
            <a:gdLst/>
            <a:ahLst/>
            <a:cxnLst/>
            <a:rect l="l" t="t" r="r" b="b"/>
            <a:pathLst>
              <a:path w="56514" h="56515" extrusionOk="0">
                <a:moveTo>
                  <a:pt x="28145" y="0"/>
                </a:moveTo>
                <a:lnTo>
                  <a:pt x="17201" y="2207"/>
                </a:lnTo>
                <a:lnTo>
                  <a:pt x="8253" y="8227"/>
                </a:lnTo>
                <a:lnTo>
                  <a:pt x="2215" y="17157"/>
                </a:lnTo>
                <a:lnTo>
                  <a:pt x="0" y="28093"/>
                </a:lnTo>
                <a:lnTo>
                  <a:pt x="2215" y="39037"/>
                </a:lnTo>
                <a:lnTo>
                  <a:pt x="8253" y="47985"/>
                </a:lnTo>
                <a:lnTo>
                  <a:pt x="17201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3" y="50280"/>
                </a:lnTo>
                <a:lnTo>
                  <a:pt x="11109" y="45113"/>
                </a:lnTo>
                <a:lnTo>
                  <a:pt x="5952" y="37457"/>
                </a:lnTo>
                <a:lnTo>
                  <a:pt x="4062" y="28093"/>
                </a:lnTo>
                <a:lnTo>
                  <a:pt x="5952" y="18722"/>
                </a:lnTo>
                <a:lnTo>
                  <a:pt x="11109" y="11052"/>
                </a:lnTo>
                <a:lnTo>
                  <a:pt x="18763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 extrusionOk="0">
                <a:moveTo>
                  <a:pt x="41684" y="3968"/>
                </a:moveTo>
                <a:lnTo>
                  <a:pt x="28145" y="3968"/>
                </a:lnTo>
                <a:lnTo>
                  <a:pt x="37527" y="5870"/>
                </a:lnTo>
                <a:lnTo>
                  <a:pt x="45181" y="11052"/>
                </a:lnTo>
                <a:lnTo>
                  <a:pt x="50338" y="18722"/>
                </a:lnTo>
                <a:lnTo>
                  <a:pt x="52228" y="28093"/>
                </a:lnTo>
                <a:lnTo>
                  <a:pt x="50338" y="37457"/>
                </a:lnTo>
                <a:lnTo>
                  <a:pt x="45181" y="45113"/>
                </a:lnTo>
                <a:lnTo>
                  <a:pt x="37527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g2c8da5ede62_0_167"/>
          <p:cNvSpPr/>
          <p:nvPr/>
        </p:nvSpPr>
        <p:spPr>
          <a:xfrm>
            <a:off x="2998787" y="725487"/>
            <a:ext cx="25400" cy="31750"/>
          </a:xfrm>
          <a:custGeom>
            <a:avLst/>
            <a:gdLst/>
            <a:ahLst/>
            <a:cxnLst/>
            <a:rect l="l" t="t" r="r" b="b"/>
            <a:pathLst>
              <a:path w="25400" h="31750" extrusionOk="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39" y="5329"/>
                </a:lnTo>
                <a:lnTo>
                  <a:pt x="2188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 extrusionOk="0">
                <a:moveTo>
                  <a:pt x="16472" y="18292"/>
                </a:moveTo>
                <a:lnTo>
                  <a:pt x="6837" y="18292"/>
                </a:lnTo>
                <a:lnTo>
                  <a:pt x="9727" y="18680"/>
                </a:lnTo>
                <a:lnTo>
                  <a:pt x="11465" y="19999"/>
                </a:lnTo>
                <a:lnTo>
                  <a:pt x="14470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 extrusionOk="0">
                <a:moveTo>
                  <a:pt x="22239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4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26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39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g2c8da5ede62_0_167"/>
          <p:cNvSpPr txBox="1"/>
          <p:nvPr/>
        </p:nvSpPr>
        <p:spPr>
          <a:xfrm>
            <a:off x="1004887" y="10517187"/>
            <a:ext cx="4624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g2c8da5ede62_0_167"/>
          <p:cNvSpPr txBox="1"/>
          <p:nvPr/>
        </p:nvSpPr>
        <p:spPr>
          <a:xfrm>
            <a:off x="6835775" y="10517187"/>
            <a:ext cx="6432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Department of ECE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g2c8da5ede62_0_167"/>
          <p:cNvSpPr txBox="1"/>
          <p:nvPr/>
        </p:nvSpPr>
        <p:spPr>
          <a:xfrm>
            <a:off x="14474825" y="10517187"/>
            <a:ext cx="4624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</a:pPr>
            <a:fld id="{00000000-1234-1234-1234-123412341234}" type="slidenum">
              <a:rPr lang="en-US" sz="18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A8B7B24-DAAA-4042-B56D-807E76AF2A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8743879"/>
              </p:ext>
            </p:extLst>
          </p:nvPr>
        </p:nvGraphicFramePr>
        <p:xfrm>
          <a:off x="370118" y="2151651"/>
          <a:ext cx="19363764" cy="7384117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479797">
                  <a:extLst>
                    <a:ext uri="{9D8B030D-6E8A-4147-A177-3AD203B41FA5}">
                      <a16:colId xmlns:a16="http://schemas.microsoft.com/office/drawing/2014/main" val="3144819156"/>
                    </a:ext>
                  </a:extLst>
                </a:gridCol>
                <a:gridCol w="11429380">
                  <a:extLst>
                    <a:ext uri="{9D8B030D-6E8A-4147-A177-3AD203B41FA5}">
                      <a16:colId xmlns:a16="http://schemas.microsoft.com/office/drawing/2014/main" val="1503004411"/>
                    </a:ext>
                  </a:extLst>
                </a:gridCol>
                <a:gridCol w="6454587">
                  <a:extLst>
                    <a:ext uri="{9D8B030D-6E8A-4147-A177-3AD203B41FA5}">
                      <a16:colId xmlns:a16="http://schemas.microsoft.com/office/drawing/2014/main" val="2110296563"/>
                    </a:ext>
                  </a:extLst>
                </a:gridCol>
              </a:tblGrid>
              <a:tr h="73071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800"/>
                        <a:buFont typeface="Calibri"/>
                        <a:buNone/>
                      </a:pPr>
                      <a:r>
                        <a:rPr lang="en-US" sz="2800" b="1" i="0" u="none" strike="noStrike" cap="none" err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Sl</a:t>
                      </a:r>
                      <a:r>
                        <a:rPr lang="en-US" sz="2800" b="1" i="0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No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800"/>
                        <a:buFont typeface="Calibri"/>
                        <a:buNone/>
                      </a:pPr>
                      <a:r>
                        <a:rPr lang="en-US" sz="2800" b="1" i="0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Paper Title, Journal Name, Year 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800"/>
                        <a:buFont typeface="Calibri"/>
                        <a:buNone/>
                      </a:pPr>
                      <a:r>
                        <a:rPr lang="en-US" sz="2800" b="1" i="0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Major findings / observations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8776656"/>
                  </a:ext>
                </a:extLst>
              </a:tr>
              <a:tr h="389495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Calibri"/>
                        <a:buNone/>
                      </a:pPr>
                      <a:r>
                        <a:rPr lang="en-US" sz="2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500" b="0" i="0" u="none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SWIFOLD: Smith-Waterman implementation on FPGA with OpenCL for long DNA sequences. </a:t>
                      </a:r>
                      <a:r>
                        <a:rPr lang="en-US" sz="3500" b="1" i="0" u="none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BMC Systems Biology,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500" b="1" i="0" u="none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2019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500" b="0" i="0" u="none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5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best performances obtained are 132.43, 203.5 and 268.83 GCUPS for the int, short and char kernels, respectively</a:t>
                      </a:r>
                      <a:r>
                        <a:rPr lang="en-US" sz="28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.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800" b="0" i="0" u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5301821"/>
                  </a:ext>
                </a:extLst>
              </a:tr>
              <a:tr h="161652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Calibri"/>
                        <a:buNone/>
                      </a:pPr>
                      <a:r>
                        <a:rPr lang="en-US" sz="28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Calibri"/>
                        <a:buNone/>
                      </a:pPr>
                      <a:r>
                        <a:rPr lang="en-US" sz="35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Pip-SW: Pipeline Architectures for Accelerating Smith-Waterman Algorithm on FPGA Platforms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Calibri"/>
                        <a:buNone/>
                      </a:pPr>
                      <a:r>
                        <a:rPr lang="en-US" sz="35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IEEE Transactions on Emerging Topics in Computing,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Calibri"/>
                        <a:buNone/>
                      </a:pPr>
                      <a:r>
                        <a:rPr lang="en-US" sz="35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2025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Calibri"/>
                        <a:buNone/>
                      </a:pPr>
                      <a:endParaRPr sz="3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They achieved 45x the speed compared to CPU implementation of the Smith Waterman algorithm.</a:t>
                      </a:r>
                      <a:endParaRPr sz="3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8275046"/>
                  </a:ext>
                </a:extLst>
              </a:tr>
            </a:tbl>
          </a:graphicData>
        </a:graphic>
      </p:graphicFrame>
      <p:sp>
        <p:nvSpPr>
          <p:cNvPr id="4" name="Google Shape;203;p8">
            <a:extLst>
              <a:ext uri="{FF2B5EF4-FFF2-40B4-BE49-F238E27FC236}">
                <a16:creationId xmlns:a16="http://schemas.microsoft.com/office/drawing/2014/main" id="{86A44229-A11B-8329-FC8D-CD240498E541}"/>
              </a:ext>
            </a:extLst>
          </p:cNvPr>
          <p:cNvSpPr txBox="1"/>
          <p:nvPr/>
        </p:nvSpPr>
        <p:spPr>
          <a:xfrm>
            <a:off x="4933163" y="719521"/>
            <a:ext cx="10242550" cy="1889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algn="ctr"/>
            <a:r>
              <a:rPr lang="en-US" sz="5400" b="1">
                <a:solidFill>
                  <a:srgbClr val="C00000"/>
                </a:solidFill>
                <a:latin typeface="Bookman Old Style"/>
                <a:ea typeface="Calibri"/>
                <a:cs typeface="Calibri"/>
                <a:sym typeface="Calibri"/>
              </a:rPr>
              <a:t>Literature Review</a:t>
            </a:r>
            <a:endParaRPr lang="en-US"/>
          </a:p>
          <a:p>
            <a:pPr marL="12700"/>
            <a:br>
              <a:rPr lang="en-US" dirty="0">
                <a:sym typeface="Calibri"/>
              </a:rPr>
            </a:br>
            <a:endParaRPr lang="en-US" sz="5400"/>
          </a:p>
        </p:txBody>
      </p:sp>
    </p:spTree>
    <p:extLst>
      <p:ext uri="{BB962C8B-B14F-4D97-AF65-F5344CB8AC3E}">
        <p14:creationId xmlns:p14="http://schemas.microsoft.com/office/powerpoint/2010/main" val="31289173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c8da5ede62_0_167"/>
          <p:cNvSpPr txBox="1"/>
          <p:nvPr/>
        </p:nvSpPr>
        <p:spPr>
          <a:xfrm>
            <a:off x="-100" y="-25"/>
            <a:ext cx="20104200" cy="11309400"/>
          </a:xfrm>
          <a:prstGeom prst="rect">
            <a:avLst/>
          </a:prstGeom>
          <a:solidFill>
            <a:schemeClr val="lt1">
              <a:alpha val="97650"/>
            </a:schemeClr>
          </a:solidFill>
          <a:ln w="762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2" name="Google Shape;152;g2c8da5ede62_0_1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0456"/>
            <a:ext cx="20104100" cy="1130935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g2c8da5ede62_0_167"/>
          <p:cNvSpPr/>
          <p:nvPr/>
        </p:nvSpPr>
        <p:spPr>
          <a:xfrm>
            <a:off x="2982912" y="712787"/>
            <a:ext cx="57220" cy="57080"/>
          </a:xfrm>
          <a:custGeom>
            <a:avLst/>
            <a:gdLst/>
            <a:ahLst/>
            <a:cxnLst/>
            <a:rect l="l" t="t" r="r" b="b"/>
            <a:pathLst>
              <a:path w="56514" h="56515" extrusionOk="0">
                <a:moveTo>
                  <a:pt x="28145" y="0"/>
                </a:moveTo>
                <a:lnTo>
                  <a:pt x="17201" y="2207"/>
                </a:lnTo>
                <a:lnTo>
                  <a:pt x="8253" y="8227"/>
                </a:lnTo>
                <a:lnTo>
                  <a:pt x="2215" y="17157"/>
                </a:lnTo>
                <a:lnTo>
                  <a:pt x="0" y="28093"/>
                </a:lnTo>
                <a:lnTo>
                  <a:pt x="2215" y="39037"/>
                </a:lnTo>
                <a:lnTo>
                  <a:pt x="8253" y="47985"/>
                </a:lnTo>
                <a:lnTo>
                  <a:pt x="17201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3" y="50280"/>
                </a:lnTo>
                <a:lnTo>
                  <a:pt x="11109" y="45113"/>
                </a:lnTo>
                <a:lnTo>
                  <a:pt x="5952" y="37457"/>
                </a:lnTo>
                <a:lnTo>
                  <a:pt x="4062" y="28093"/>
                </a:lnTo>
                <a:lnTo>
                  <a:pt x="5952" y="18722"/>
                </a:lnTo>
                <a:lnTo>
                  <a:pt x="11109" y="11052"/>
                </a:lnTo>
                <a:lnTo>
                  <a:pt x="18763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 extrusionOk="0">
                <a:moveTo>
                  <a:pt x="41684" y="3968"/>
                </a:moveTo>
                <a:lnTo>
                  <a:pt x="28145" y="3968"/>
                </a:lnTo>
                <a:lnTo>
                  <a:pt x="37527" y="5870"/>
                </a:lnTo>
                <a:lnTo>
                  <a:pt x="45181" y="11052"/>
                </a:lnTo>
                <a:lnTo>
                  <a:pt x="50338" y="18722"/>
                </a:lnTo>
                <a:lnTo>
                  <a:pt x="52228" y="28093"/>
                </a:lnTo>
                <a:lnTo>
                  <a:pt x="50338" y="37457"/>
                </a:lnTo>
                <a:lnTo>
                  <a:pt x="45181" y="45113"/>
                </a:lnTo>
                <a:lnTo>
                  <a:pt x="37527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g2c8da5ede62_0_167"/>
          <p:cNvSpPr/>
          <p:nvPr/>
        </p:nvSpPr>
        <p:spPr>
          <a:xfrm>
            <a:off x="2998787" y="725487"/>
            <a:ext cx="25400" cy="31750"/>
          </a:xfrm>
          <a:custGeom>
            <a:avLst/>
            <a:gdLst/>
            <a:ahLst/>
            <a:cxnLst/>
            <a:rect l="l" t="t" r="r" b="b"/>
            <a:pathLst>
              <a:path w="25400" h="31750" extrusionOk="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39" y="5329"/>
                </a:lnTo>
                <a:lnTo>
                  <a:pt x="2188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 extrusionOk="0">
                <a:moveTo>
                  <a:pt x="16472" y="18292"/>
                </a:moveTo>
                <a:lnTo>
                  <a:pt x="6837" y="18292"/>
                </a:lnTo>
                <a:lnTo>
                  <a:pt x="9727" y="18680"/>
                </a:lnTo>
                <a:lnTo>
                  <a:pt x="11465" y="19999"/>
                </a:lnTo>
                <a:lnTo>
                  <a:pt x="14470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 extrusionOk="0">
                <a:moveTo>
                  <a:pt x="22239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4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26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39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g2c8da5ede62_0_167"/>
          <p:cNvSpPr txBox="1"/>
          <p:nvPr/>
        </p:nvSpPr>
        <p:spPr>
          <a:xfrm>
            <a:off x="1004887" y="10517187"/>
            <a:ext cx="4624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g2c8da5ede62_0_167"/>
          <p:cNvSpPr txBox="1"/>
          <p:nvPr/>
        </p:nvSpPr>
        <p:spPr>
          <a:xfrm>
            <a:off x="6835775" y="10517187"/>
            <a:ext cx="6432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Department of ECE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g2c8da5ede62_0_167"/>
          <p:cNvSpPr txBox="1"/>
          <p:nvPr/>
        </p:nvSpPr>
        <p:spPr>
          <a:xfrm>
            <a:off x="14474825" y="10517187"/>
            <a:ext cx="4624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</a:pPr>
            <a:fld id="{00000000-1234-1234-1234-123412341234}" type="slidenum">
              <a:rPr lang="en-US" sz="18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A8B7B24-DAAA-4042-B56D-807E76AF2A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941008"/>
              </p:ext>
            </p:extLst>
          </p:nvPr>
        </p:nvGraphicFramePr>
        <p:xfrm>
          <a:off x="985495" y="3211540"/>
          <a:ext cx="18480519" cy="553849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461568">
                  <a:extLst>
                    <a:ext uri="{9D8B030D-6E8A-4147-A177-3AD203B41FA5}">
                      <a16:colId xmlns:a16="http://schemas.microsoft.com/office/drawing/2014/main" val="3144819156"/>
                    </a:ext>
                  </a:extLst>
                </a:gridCol>
                <a:gridCol w="10858778">
                  <a:extLst>
                    <a:ext uri="{9D8B030D-6E8A-4147-A177-3AD203B41FA5}">
                      <a16:colId xmlns:a16="http://schemas.microsoft.com/office/drawing/2014/main" val="1503004411"/>
                    </a:ext>
                  </a:extLst>
                </a:gridCol>
                <a:gridCol w="6160173">
                  <a:extLst>
                    <a:ext uri="{9D8B030D-6E8A-4147-A177-3AD203B41FA5}">
                      <a16:colId xmlns:a16="http://schemas.microsoft.com/office/drawing/2014/main" val="2110296563"/>
                    </a:ext>
                  </a:extLst>
                </a:gridCol>
              </a:tblGrid>
              <a:tr h="128012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800"/>
                        <a:buFont typeface="Calibri"/>
                        <a:buNone/>
                      </a:pPr>
                      <a:r>
                        <a:rPr lang="en-US" sz="2800" b="1" i="0" u="none" strike="noStrike" cap="none" dirty="0" err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Sl</a:t>
                      </a:r>
                      <a:r>
                        <a:rPr lang="en-US" sz="2800" b="1" i="0" u="none" strike="noStrike" cap="none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No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800"/>
                        <a:buFont typeface="Calibri"/>
                        <a:buNone/>
                      </a:pPr>
                      <a:r>
                        <a:rPr lang="en-US" sz="2800" b="1" i="0" u="none" strike="noStrike" cap="none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Paper Title, Journal Name, Year 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800"/>
                        <a:buFont typeface="Calibri"/>
                        <a:buNone/>
                      </a:pPr>
                      <a:r>
                        <a:rPr lang="en-US" sz="2800" b="1" i="0" u="none" strike="noStrike" cap="none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Major findings / observations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8776656"/>
                  </a:ext>
                </a:extLst>
              </a:tr>
              <a:tr h="425837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Calibri"/>
                        <a:buNone/>
                      </a:pPr>
                      <a:r>
                        <a:rPr lang="en-US" sz="2800" b="0" i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500" b="0" i="0" u="none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 Block-Based Systolic Array on an HBM2 FPGA for DNA Sequence Alignment.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500" b="1" i="0" u="none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Applied Reconfigurable Computing. Architectures, Tools, and Applications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500" b="1" i="0" u="none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2020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3500" b="0" i="0" u="none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800" b="1" i="0" u="non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500" b="0" i="0" u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1.Their implementation could reach 429.39 GCUPS.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500" b="0" i="0" u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2.It achieved a power efficiency of 7.68 GCUPS/W.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800" b="0" i="0" u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5301821"/>
                  </a:ext>
                </a:extLst>
              </a:tr>
            </a:tbl>
          </a:graphicData>
        </a:graphic>
      </p:graphicFrame>
      <p:sp>
        <p:nvSpPr>
          <p:cNvPr id="4" name="Google Shape;203;p8">
            <a:extLst>
              <a:ext uri="{FF2B5EF4-FFF2-40B4-BE49-F238E27FC236}">
                <a16:creationId xmlns:a16="http://schemas.microsoft.com/office/drawing/2014/main" id="{3286627C-6074-C555-6063-D177DD7D8DBF}"/>
              </a:ext>
            </a:extLst>
          </p:cNvPr>
          <p:cNvSpPr txBox="1"/>
          <p:nvPr/>
        </p:nvSpPr>
        <p:spPr>
          <a:xfrm>
            <a:off x="4933163" y="719521"/>
            <a:ext cx="10242550" cy="1889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algn="ctr"/>
            <a:r>
              <a:rPr lang="en-US" sz="5400" b="1">
                <a:solidFill>
                  <a:srgbClr val="C00000"/>
                </a:solidFill>
                <a:latin typeface="Bookman Old Style"/>
                <a:ea typeface="Calibri"/>
                <a:cs typeface="Calibri"/>
                <a:sym typeface="Calibri"/>
              </a:rPr>
              <a:t>Literature Review</a:t>
            </a:r>
            <a:endParaRPr lang="en-US"/>
          </a:p>
          <a:p>
            <a:pPr marL="12700"/>
            <a:br>
              <a:rPr lang="en-US" dirty="0">
                <a:sym typeface="Calibri"/>
              </a:rPr>
            </a:br>
            <a:endParaRPr lang="en-US" sz="5400"/>
          </a:p>
        </p:txBody>
      </p:sp>
    </p:spTree>
    <p:extLst>
      <p:ext uri="{BB962C8B-B14F-4D97-AF65-F5344CB8AC3E}">
        <p14:creationId xmlns:p14="http://schemas.microsoft.com/office/powerpoint/2010/main" val="13731073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c8da5ede62_0_167"/>
          <p:cNvSpPr txBox="1"/>
          <p:nvPr/>
        </p:nvSpPr>
        <p:spPr>
          <a:xfrm>
            <a:off x="-100" y="-25"/>
            <a:ext cx="20104200" cy="11309400"/>
          </a:xfrm>
          <a:prstGeom prst="rect">
            <a:avLst/>
          </a:prstGeom>
          <a:solidFill>
            <a:schemeClr val="lt1">
              <a:alpha val="97650"/>
            </a:schemeClr>
          </a:solidFill>
          <a:ln w="762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2" name="Google Shape;152;g2c8da5ede62_0_1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6450"/>
            <a:ext cx="20104100" cy="1130935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g2c8da5ede62_0_167"/>
          <p:cNvSpPr/>
          <p:nvPr/>
        </p:nvSpPr>
        <p:spPr>
          <a:xfrm>
            <a:off x="2982912" y="712787"/>
            <a:ext cx="57220" cy="57080"/>
          </a:xfrm>
          <a:custGeom>
            <a:avLst/>
            <a:gdLst/>
            <a:ahLst/>
            <a:cxnLst/>
            <a:rect l="l" t="t" r="r" b="b"/>
            <a:pathLst>
              <a:path w="56514" h="56515" extrusionOk="0">
                <a:moveTo>
                  <a:pt x="28145" y="0"/>
                </a:moveTo>
                <a:lnTo>
                  <a:pt x="17201" y="2207"/>
                </a:lnTo>
                <a:lnTo>
                  <a:pt x="8253" y="8227"/>
                </a:lnTo>
                <a:lnTo>
                  <a:pt x="2215" y="17157"/>
                </a:lnTo>
                <a:lnTo>
                  <a:pt x="0" y="28093"/>
                </a:lnTo>
                <a:lnTo>
                  <a:pt x="2215" y="39037"/>
                </a:lnTo>
                <a:lnTo>
                  <a:pt x="8253" y="47985"/>
                </a:lnTo>
                <a:lnTo>
                  <a:pt x="17201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3" y="50280"/>
                </a:lnTo>
                <a:lnTo>
                  <a:pt x="11109" y="45113"/>
                </a:lnTo>
                <a:lnTo>
                  <a:pt x="5952" y="37457"/>
                </a:lnTo>
                <a:lnTo>
                  <a:pt x="4062" y="28093"/>
                </a:lnTo>
                <a:lnTo>
                  <a:pt x="5952" y="18722"/>
                </a:lnTo>
                <a:lnTo>
                  <a:pt x="11109" y="11052"/>
                </a:lnTo>
                <a:lnTo>
                  <a:pt x="18763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 extrusionOk="0">
                <a:moveTo>
                  <a:pt x="41684" y="3968"/>
                </a:moveTo>
                <a:lnTo>
                  <a:pt x="28145" y="3968"/>
                </a:lnTo>
                <a:lnTo>
                  <a:pt x="37527" y="5870"/>
                </a:lnTo>
                <a:lnTo>
                  <a:pt x="45181" y="11052"/>
                </a:lnTo>
                <a:lnTo>
                  <a:pt x="50338" y="18722"/>
                </a:lnTo>
                <a:lnTo>
                  <a:pt x="52228" y="28093"/>
                </a:lnTo>
                <a:lnTo>
                  <a:pt x="50338" y="37457"/>
                </a:lnTo>
                <a:lnTo>
                  <a:pt x="45181" y="45113"/>
                </a:lnTo>
                <a:lnTo>
                  <a:pt x="37527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g2c8da5ede62_0_167"/>
          <p:cNvSpPr/>
          <p:nvPr/>
        </p:nvSpPr>
        <p:spPr>
          <a:xfrm>
            <a:off x="2998787" y="725487"/>
            <a:ext cx="25400" cy="31750"/>
          </a:xfrm>
          <a:custGeom>
            <a:avLst/>
            <a:gdLst/>
            <a:ahLst/>
            <a:cxnLst/>
            <a:rect l="l" t="t" r="r" b="b"/>
            <a:pathLst>
              <a:path w="25400" h="31750" extrusionOk="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39" y="5329"/>
                </a:lnTo>
                <a:lnTo>
                  <a:pt x="2188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 extrusionOk="0">
                <a:moveTo>
                  <a:pt x="16472" y="18292"/>
                </a:moveTo>
                <a:lnTo>
                  <a:pt x="6837" y="18292"/>
                </a:lnTo>
                <a:lnTo>
                  <a:pt x="9727" y="18680"/>
                </a:lnTo>
                <a:lnTo>
                  <a:pt x="11465" y="19999"/>
                </a:lnTo>
                <a:lnTo>
                  <a:pt x="14470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 extrusionOk="0">
                <a:moveTo>
                  <a:pt x="22239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4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26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39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g2c8da5ede62_0_167"/>
          <p:cNvSpPr txBox="1"/>
          <p:nvPr/>
        </p:nvSpPr>
        <p:spPr>
          <a:xfrm>
            <a:off x="1004887" y="10517187"/>
            <a:ext cx="4624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g2c8da5ede62_0_167"/>
          <p:cNvSpPr txBox="1"/>
          <p:nvPr/>
        </p:nvSpPr>
        <p:spPr>
          <a:xfrm>
            <a:off x="6835775" y="10517187"/>
            <a:ext cx="6432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Department of ECE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g2c8da5ede62_0_167"/>
          <p:cNvSpPr txBox="1"/>
          <p:nvPr/>
        </p:nvSpPr>
        <p:spPr>
          <a:xfrm>
            <a:off x="14474825" y="10517187"/>
            <a:ext cx="4624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</a:pPr>
            <a:fld id="{00000000-1234-1234-1234-123412341234}" type="slidenum">
              <a:rPr lang="en-US" sz="18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64D58A4C-3DFD-47C7-FBB7-E6274EF152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40"/>
          <a:stretch>
            <a:fillRect/>
          </a:stretch>
        </p:blipFill>
        <p:spPr bwMode="auto">
          <a:xfrm>
            <a:off x="4557941" y="1810161"/>
            <a:ext cx="10993718" cy="8252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Google Shape;203;p8">
            <a:extLst>
              <a:ext uri="{FF2B5EF4-FFF2-40B4-BE49-F238E27FC236}">
                <a16:creationId xmlns:a16="http://schemas.microsoft.com/office/drawing/2014/main" id="{B521E3EB-DCB8-DFA9-1B6B-F0AA726B01D8}"/>
              </a:ext>
            </a:extLst>
          </p:cNvPr>
          <p:cNvSpPr txBox="1"/>
          <p:nvPr/>
        </p:nvSpPr>
        <p:spPr>
          <a:xfrm>
            <a:off x="4933163" y="859535"/>
            <a:ext cx="10242550" cy="1889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algn="ctr"/>
            <a:r>
              <a:rPr lang="en-US" sz="5400" b="1" dirty="0">
                <a:solidFill>
                  <a:srgbClr val="C00000"/>
                </a:solidFill>
                <a:latin typeface="Bookman Old Style"/>
                <a:ea typeface="Calibri"/>
                <a:cs typeface="Calibri"/>
                <a:sym typeface="Calibri"/>
              </a:rPr>
              <a:t>Methodology</a:t>
            </a:r>
            <a:endParaRPr lang="en-US" dirty="0"/>
          </a:p>
          <a:p>
            <a:pPr marL="12700"/>
            <a:br>
              <a:rPr lang="en-US" dirty="0">
                <a:sym typeface="Calibri"/>
              </a:rPr>
            </a:br>
            <a:endParaRPr lang="en-US" sz="5400"/>
          </a:p>
        </p:txBody>
      </p:sp>
    </p:spTree>
    <p:extLst>
      <p:ext uri="{BB962C8B-B14F-4D97-AF65-F5344CB8AC3E}">
        <p14:creationId xmlns:p14="http://schemas.microsoft.com/office/powerpoint/2010/main" val="12974313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c8da5ede62_0_167"/>
          <p:cNvSpPr txBox="1"/>
          <p:nvPr/>
        </p:nvSpPr>
        <p:spPr>
          <a:xfrm>
            <a:off x="-100" y="-25"/>
            <a:ext cx="20104200" cy="11309400"/>
          </a:xfrm>
          <a:prstGeom prst="rect">
            <a:avLst/>
          </a:prstGeom>
          <a:solidFill>
            <a:schemeClr val="lt1">
              <a:alpha val="97650"/>
            </a:schemeClr>
          </a:solidFill>
          <a:ln w="762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2" name="Google Shape;152;g2c8da5ede62_0_1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6450"/>
            <a:ext cx="20104100" cy="1130935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g2c8da5ede62_0_167"/>
          <p:cNvSpPr/>
          <p:nvPr/>
        </p:nvSpPr>
        <p:spPr>
          <a:xfrm>
            <a:off x="2982912" y="712787"/>
            <a:ext cx="57220" cy="57080"/>
          </a:xfrm>
          <a:custGeom>
            <a:avLst/>
            <a:gdLst/>
            <a:ahLst/>
            <a:cxnLst/>
            <a:rect l="l" t="t" r="r" b="b"/>
            <a:pathLst>
              <a:path w="56514" h="56515" extrusionOk="0">
                <a:moveTo>
                  <a:pt x="28145" y="0"/>
                </a:moveTo>
                <a:lnTo>
                  <a:pt x="17201" y="2207"/>
                </a:lnTo>
                <a:lnTo>
                  <a:pt x="8253" y="8227"/>
                </a:lnTo>
                <a:lnTo>
                  <a:pt x="2215" y="17157"/>
                </a:lnTo>
                <a:lnTo>
                  <a:pt x="0" y="28093"/>
                </a:lnTo>
                <a:lnTo>
                  <a:pt x="2215" y="39037"/>
                </a:lnTo>
                <a:lnTo>
                  <a:pt x="8253" y="47985"/>
                </a:lnTo>
                <a:lnTo>
                  <a:pt x="17201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3" y="50280"/>
                </a:lnTo>
                <a:lnTo>
                  <a:pt x="11109" y="45113"/>
                </a:lnTo>
                <a:lnTo>
                  <a:pt x="5952" y="37457"/>
                </a:lnTo>
                <a:lnTo>
                  <a:pt x="4062" y="28093"/>
                </a:lnTo>
                <a:lnTo>
                  <a:pt x="5952" y="18722"/>
                </a:lnTo>
                <a:lnTo>
                  <a:pt x="11109" y="11052"/>
                </a:lnTo>
                <a:lnTo>
                  <a:pt x="18763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 extrusionOk="0">
                <a:moveTo>
                  <a:pt x="41684" y="3968"/>
                </a:moveTo>
                <a:lnTo>
                  <a:pt x="28145" y="3968"/>
                </a:lnTo>
                <a:lnTo>
                  <a:pt x="37527" y="5870"/>
                </a:lnTo>
                <a:lnTo>
                  <a:pt x="45181" y="11052"/>
                </a:lnTo>
                <a:lnTo>
                  <a:pt x="50338" y="18722"/>
                </a:lnTo>
                <a:lnTo>
                  <a:pt x="52228" y="28093"/>
                </a:lnTo>
                <a:lnTo>
                  <a:pt x="50338" y="37457"/>
                </a:lnTo>
                <a:lnTo>
                  <a:pt x="45181" y="45113"/>
                </a:lnTo>
                <a:lnTo>
                  <a:pt x="37527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g2c8da5ede62_0_167"/>
          <p:cNvSpPr/>
          <p:nvPr/>
        </p:nvSpPr>
        <p:spPr>
          <a:xfrm>
            <a:off x="2998787" y="725487"/>
            <a:ext cx="25400" cy="31750"/>
          </a:xfrm>
          <a:custGeom>
            <a:avLst/>
            <a:gdLst/>
            <a:ahLst/>
            <a:cxnLst/>
            <a:rect l="l" t="t" r="r" b="b"/>
            <a:pathLst>
              <a:path w="25400" h="31750" extrusionOk="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39" y="5329"/>
                </a:lnTo>
                <a:lnTo>
                  <a:pt x="2188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 extrusionOk="0">
                <a:moveTo>
                  <a:pt x="16472" y="18292"/>
                </a:moveTo>
                <a:lnTo>
                  <a:pt x="6837" y="18292"/>
                </a:lnTo>
                <a:lnTo>
                  <a:pt x="9727" y="18680"/>
                </a:lnTo>
                <a:lnTo>
                  <a:pt x="11465" y="19999"/>
                </a:lnTo>
                <a:lnTo>
                  <a:pt x="14470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 extrusionOk="0">
                <a:moveTo>
                  <a:pt x="22239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4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26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39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g2c8da5ede62_0_167"/>
          <p:cNvSpPr txBox="1"/>
          <p:nvPr/>
        </p:nvSpPr>
        <p:spPr>
          <a:xfrm>
            <a:off x="1004887" y="10517187"/>
            <a:ext cx="4624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g2c8da5ede62_0_167"/>
          <p:cNvSpPr txBox="1"/>
          <p:nvPr/>
        </p:nvSpPr>
        <p:spPr>
          <a:xfrm>
            <a:off x="6835775" y="10517187"/>
            <a:ext cx="6432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Department of ECE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g2c8da5ede62_0_167"/>
          <p:cNvSpPr txBox="1"/>
          <p:nvPr/>
        </p:nvSpPr>
        <p:spPr>
          <a:xfrm>
            <a:off x="14474825" y="10517187"/>
            <a:ext cx="4624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</a:pPr>
            <a:fld id="{00000000-1234-1234-1234-123412341234}" type="slidenum">
              <a:rPr lang="en-US" sz="18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203;p8">
            <a:extLst>
              <a:ext uri="{FF2B5EF4-FFF2-40B4-BE49-F238E27FC236}">
                <a16:creationId xmlns:a16="http://schemas.microsoft.com/office/drawing/2014/main" id="{88E4CAAF-29C8-2837-4466-3FD9BF2B9EF1}"/>
              </a:ext>
            </a:extLst>
          </p:cNvPr>
          <p:cNvSpPr txBox="1"/>
          <p:nvPr/>
        </p:nvSpPr>
        <p:spPr>
          <a:xfrm>
            <a:off x="4933163" y="1454597"/>
            <a:ext cx="10242550" cy="1889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algn="ctr"/>
            <a:r>
              <a:rPr lang="en-US" sz="5400" b="1" dirty="0">
                <a:solidFill>
                  <a:srgbClr val="C00000"/>
                </a:solidFill>
                <a:latin typeface="Bookman Old Style"/>
                <a:ea typeface="Calibri"/>
                <a:cs typeface="Calibri"/>
                <a:sym typeface="Calibri"/>
              </a:rPr>
              <a:t>Tools used</a:t>
            </a:r>
            <a:endParaRPr lang="en-US" dirty="0"/>
          </a:p>
          <a:p>
            <a:pPr marL="12700"/>
            <a:br>
              <a:rPr lang="en-US" dirty="0">
                <a:sym typeface="Calibri"/>
              </a:rPr>
            </a:br>
            <a:endParaRPr lang="en-US" sz="5400"/>
          </a:p>
        </p:txBody>
      </p:sp>
      <p:sp>
        <p:nvSpPr>
          <p:cNvPr id="5" name="Google Shape;213;p9">
            <a:extLst>
              <a:ext uri="{FF2B5EF4-FFF2-40B4-BE49-F238E27FC236}">
                <a16:creationId xmlns:a16="http://schemas.microsoft.com/office/drawing/2014/main" id="{170B48CD-95E8-32AD-4FF0-395C8FB3DA7C}"/>
              </a:ext>
            </a:extLst>
          </p:cNvPr>
          <p:cNvSpPr txBox="1"/>
          <p:nvPr/>
        </p:nvSpPr>
        <p:spPr>
          <a:xfrm>
            <a:off x="624620" y="2398289"/>
            <a:ext cx="18474262" cy="9842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algn="just">
              <a:buSzPts val="4000"/>
            </a:pPr>
            <a:r>
              <a:rPr lang="en-US" sz="3700" b="1" dirty="0">
                <a:solidFill>
                  <a:srgbClr val="002060"/>
                </a:solidFill>
                <a:latin typeface="Bookman Old Style"/>
                <a:ea typeface="Calibri"/>
                <a:cs typeface="Calibri"/>
              </a:rPr>
              <a:t>Hardware-</a:t>
            </a:r>
            <a:br>
              <a:rPr lang="en-US" sz="3700" b="1" dirty="0">
                <a:latin typeface="Bookman Old Style"/>
                <a:ea typeface="Calibri"/>
                <a:cs typeface="Calibri"/>
              </a:rPr>
            </a:br>
            <a:r>
              <a:rPr lang="en-US" sz="3700" b="1" dirty="0">
                <a:solidFill>
                  <a:srgbClr val="002060"/>
                </a:solidFill>
                <a:latin typeface="Bookman Old Style"/>
                <a:ea typeface="Calibri"/>
                <a:cs typeface="Calibri"/>
              </a:rPr>
              <a:t>Pynq Z2 board -</a:t>
            </a:r>
            <a:endParaRPr lang="en-US" sz="3700"/>
          </a:p>
          <a:p>
            <a:pPr marL="571500" indent="-571500" algn="just">
              <a:buSzPts val="4000"/>
              <a:buChar char="•"/>
            </a:pPr>
            <a:r>
              <a:rPr lang="en-US" sz="3700" dirty="0">
                <a:solidFill>
                  <a:srgbClr val="002060"/>
                </a:solidFill>
                <a:latin typeface="Bookman Old Style"/>
                <a:ea typeface="Calibri"/>
                <a:cs typeface="Calibri"/>
              </a:rPr>
              <a:t>Used as the FPGA hardware platform to deploy and test the design in real time, allowing interactive control and observation of signals through the VIO IP.</a:t>
            </a:r>
            <a:endParaRPr lang="en-US" sz="3700"/>
          </a:p>
          <a:p>
            <a:pPr algn="just">
              <a:buSzPts val="4000"/>
            </a:pPr>
            <a:endParaRPr lang="en-US" sz="3700" dirty="0">
              <a:solidFill>
                <a:srgbClr val="002060"/>
              </a:solidFill>
              <a:latin typeface="Bookman Old Style"/>
              <a:ea typeface="Calibri"/>
              <a:cs typeface="Calibri"/>
            </a:endParaRPr>
          </a:p>
          <a:p>
            <a:pPr algn="just">
              <a:buSzPts val="4000"/>
            </a:pPr>
            <a:r>
              <a:rPr lang="en-US" sz="3700" b="1" dirty="0">
                <a:solidFill>
                  <a:srgbClr val="002060"/>
                </a:solidFill>
                <a:latin typeface="Bookman Old Style"/>
                <a:ea typeface="Calibri"/>
                <a:cs typeface="Calibri"/>
              </a:rPr>
              <a:t>Software-</a:t>
            </a:r>
            <a:r>
              <a:rPr lang="en-US" sz="3700" dirty="0">
                <a:solidFill>
                  <a:srgbClr val="002060"/>
                </a:solidFill>
                <a:latin typeface="Bookman Old Style"/>
                <a:ea typeface="Calibri"/>
                <a:cs typeface="Calibri"/>
              </a:rPr>
              <a:t> </a:t>
            </a:r>
            <a:endParaRPr lang="en-US" sz="3700"/>
          </a:p>
          <a:p>
            <a:pPr marL="285750" indent="-285750" algn="just">
              <a:buChar char="•"/>
            </a:pPr>
            <a:r>
              <a:rPr lang="en-US" sz="3700" b="1" err="1">
                <a:solidFill>
                  <a:srgbClr val="002060"/>
                </a:solidFill>
                <a:latin typeface="Bookman Old Style"/>
                <a:ea typeface="Calibri"/>
                <a:cs typeface="Calibri"/>
              </a:rPr>
              <a:t>Vivado</a:t>
            </a:r>
            <a:r>
              <a:rPr lang="en-US" sz="3700" b="1" dirty="0">
                <a:solidFill>
                  <a:srgbClr val="002060"/>
                </a:solidFill>
                <a:latin typeface="Bookman Old Style"/>
                <a:ea typeface="Calibri"/>
                <a:cs typeface="Calibri"/>
              </a:rPr>
              <a:t> ML Edition</a:t>
            </a:r>
            <a:r>
              <a:rPr lang="en-US" sz="3700" dirty="0">
                <a:solidFill>
                  <a:srgbClr val="002060"/>
                </a:solidFill>
                <a:latin typeface="Bookman Old Style"/>
                <a:ea typeface="Calibri"/>
                <a:cs typeface="Calibri"/>
              </a:rPr>
              <a:t>: </a:t>
            </a:r>
            <a:endParaRPr lang="en-US" sz="3700"/>
          </a:p>
          <a:p>
            <a:pPr marL="742950" lvl="1" indent="-285750" algn="just">
              <a:buFont typeface="Courier New"/>
              <a:buChar char="o"/>
            </a:pPr>
            <a:r>
              <a:rPr lang="en-US" sz="3700" dirty="0">
                <a:solidFill>
                  <a:srgbClr val="002060"/>
                </a:solidFill>
                <a:latin typeface="Bookman Old Style"/>
                <a:ea typeface="Calibri"/>
                <a:cs typeface="Calibri"/>
              </a:rPr>
              <a:t>Used to design, synthesize, and program the FPGA, and to integrate IP cores like VIO for real-time testing and debugging of signals on hardware.</a:t>
            </a:r>
            <a:endParaRPr lang="en-US" sz="3700">
              <a:ea typeface="Calibri"/>
            </a:endParaRPr>
          </a:p>
          <a:p>
            <a:pPr marL="285750" indent="-285750" algn="just">
              <a:buChar char="•"/>
            </a:pPr>
            <a:r>
              <a:rPr lang="en-US" sz="3700" b="1" dirty="0">
                <a:solidFill>
                  <a:srgbClr val="002060"/>
                </a:solidFill>
                <a:latin typeface="Bookman Old Style"/>
                <a:ea typeface="Calibri"/>
                <a:cs typeface="Calibri"/>
              </a:rPr>
              <a:t>Visual Studio Code + Python</a:t>
            </a:r>
            <a:r>
              <a:rPr lang="en-US" sz="3700" dirty="0">
                <a:solidFill>
                  <a:srgbClr val="002060"/>
                </a:solidFill>
                <a:latin typeface="Bookman Old Style"/>
                <a:ea typeface="Calibri"/>
                <a:cs typeface="Calibri"/>
              </a:rPr>
              <a:t>: </a:t>
            </a:r>
            <a:endParaRPr lang="en-US" sz="3700"/>
          </a:p>
          <a:p>
            <a:pPr marL="742950" lvl="1" indent="-285750" algn="just">
              <a:buFont typeface="Courier New"/>
              <a:buChar char="o"/>
            </a:pPr>
            <a:r>
              <a:rPr lang="en-US" sz="3700" dirty="0">
                <a:solidFill>
                  <a:srgbClr val="002060"/>
                </a:solidFill>
                <a:latin typeface="Bookman Old Style"/>
                <a:ea typeface="Calibri"/>
                <a:cs typeface="Calibri"/>
              </a:rPr>
              <a:t>Used for writing and managing Python scripts to generate test inputs, process outputs, and quickly validate algorithm behavior during development.</a:t>
            </a:r>
            <a:endParaRPr lang="en-US" sz="3700"/>
          </a:p>
          <a:p>
            <a:pPr algn="just">
              <a:buSzPts val="4000"/>
            </a:pPr>
            <a:endParaRPr lang="en-US" sz="4000" dirty="0">
              <a:solidFill>
                <a:srgbClr val="002060"/>
              </a:solidFill>
              <a:ea typeface="Calibri" panose="020F0502020204030204" pitchFamily="34" charset="0"/>
            </a:endParaRPr>
          </a:p>
          <a:p>
            <a:pPr marL="584200" indent="-571500" algn="just">
              <a:lnSpc>
                <a:spcPct val="101000"/>
              </a:lnSpc>
              <a:buClr>
                <a:schemeClr val="dk1"/>
              </a:buClr>
              <a:buSzPts val="4000"/>
              <a:buChar char="•"/>
            </a:pPr>
            <a:endParaRPr lang="en-US" sz="4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84200" indent="-571500" algn="just">
              <a:lnSpc>
                <a:spcPct val="101000"/>
              </a:lnSpc>
              <a:buClr>
                <a:schemeClr val="dk1"/>
              </a:buClr>
              <a:buSzPts val="4000"/>
              <a:buChar char="•"/>
            </a:pPr>
            <a:endParaRPr lang="en-US" sz="4000"/>
          </a:p>
        </p:txBody>
      </p:sp>
    </p:spTree>
    <p:extLst>
      <p:ext uri="{BB962C8B-B14F-4D97-AF65-F5344CB8AC3E}">
        <p14:creationId xmlns:p14="http://schemas.microsoft.com/office/powerpoint/2010/main" val="37464565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>
          <a:extLst>
            <a:ext uri="{FF2B5EF4-FFF2-40B4-BE49-F238E27FC236}">
              <a16:creationId xmlns:a16="http://schemas.microsoft.com/office/drawing/2014/main" id="{E263FE86-36C0-07AB-86BF-886DFB965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c8da5ede62_0_167">
            <a:extLst>
              <a:ext uri="{FF2B5EF4-FFF2-40B4-BE49-F238E27FC236}">
                <a16:creationId xmlns:a16="http://schemas.microsoft.com/office/drawing/2014/main" id="{B93EA382-102C-A47C-FEAE-69CA1A6D4329}"/>
              </a:ext>
            </a:extLst>
          </p:cNvPr>
          <p:cNvSpPr txBox="1"/>
          <p:nvPr/>
        </p:nvSpPr>
        <p:spPr>
          <a:xfrm>
            <a:off x="-100" y="-25"/>
            <a:ext cx="20104200" cy="11309400"/>
          </a:xfrm>
          <a:prstGeom prst="rect">
            <a:avLst/>
          </a:prstGeom>
          <a:solidFill>
            <a:schemeClr val="lt1">
              <a:alpha val="97650"/>
            </a:schemeClr>
          </a:solidFill>
          <a:ln w="762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2" name="Google Shape;152;g2c8da5ede62_0_167">
            <a:extLst>
              <a:ext uri="{FF2B5EF4-FFF2-40B4-BE49-F238E27FC236}">
                <a16:creationId xmlns:a16="http://schemas.microsoft.com/office/drawing/2014/main" id="{753BBE4B-170C-236D-A087-3175ADCCC2A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6450"/>
            <a:ext cx="20104100" cy="1130935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g2c8da5ede62_0_167">
            <a:extLst>
              <a:ext uri="{FF2B5EF4-FFF2-40B4-BE49-F238E27FC236}">
                <a16:creationId xmlns:a16="http://schemas.microsoft.com/office/drawing/2014/main" id="{35018EA7-0735-CFD6-1CF8-FCD25EDB7E75}"/>
              </a:ext>
            </a:extLst>
          </p:cNvPr>
          <p:cNvSpPr/>
          <p:nvPr/>
        </p:nvSpPr>
        <p:spPr>
          <a:xfrm>
            <a:off x="2982912" y="712787"/>
            <a:ext cx="57220" cy="57080"/>
          </a:xfrm>
          <a:custGeom>
            <a:avLst/>
            <a:gdLst/>
            <a:ahLst/>
            <a:cxnLst/>
            <a:rect l="l" t="t" r="r" b="b"/>
            <a:pathLst>
              <a:path w="56514" h="56515" extrusionOk="0">
                <a:moveTo>
                  <a:pt x="28145" y="0"/>
                </a:moveTo>
                <a:lnTo>
                  <a:pt x="17201" y="2207"/>
                </a:lnTo>
                <a:lnTo>
                  <a:pt x="8253" y="8227"/>
                </a:lnTo>
                <a:lnTo>
                  <a:pt x="2215" y="17157"/>
                </a:lnTo>
                <a:lnTo>
                  <a:pt x="0" y="28093"/>
                </a:lnTo>
                <a:lnTo>
                  <a:pt x="2215" y="39037"/>
                </a:lnTo>
                <a:lnTo>
                  <a:pt x="8253" y="47985"/>
                </a:lnTo>
                <a:lnTo>
                  <a:pt x="17201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3" y="50280"/>
                </a:lnTo>
                <a:lnTo>
                  <a:pt x="11109" y="45113"/>
                </a:lnTo>
                <a:lnTo>
                  <a:pt x="5952" y="37457"/>
                </a:lnTo>
                <a:lnTo>
                  <a:pt x="4062" y="28093"/>
                </a:lnTo>
                <a:lnTo>
                  <a:pt x="5952" y="18722"/>
                </a:lnTo>
                <a:lnTo>
                  <a:pt x="11109" y="11052"/>
                </a:lnTo>
                <a:lnTo>
                  <a:pt x="18763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 extrusionOk="0">
                <a:moveTo>
                  <a:pt x="41684" y="3968"/>
                </a:moveTo>
                <a:lnTo>
                  <a:pt x="28145" y="3968"/>
                </a:lnTo>
                <a:lnTo>
                  <a:pt x="37527" y="5870"/>
                </a:lnTo>
                <a:lnTo>
                  <a:pt x="45181" y="11052"/>
                </a:lnTo>
                <a:lnTo>
                  <a:pt x="50338" y="18722"/>
                </a:lnTo>
                <a:lnTo>
                  <a:pt x="52228" y="28093"/>
                </a:lnTo>
                <a:lnTo>
                  <a:pt x="50338" y="37457"/>
                </a:lnTo>
                <a:lnTo>
                  <a:pt x="45181" y="45113"/>
                </a:lnTo>
                <a:lnTo>
                  <a:pt x="37527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g2c8da5ede62_0_167">
            <a:extLst>
              <a:ext uri="{FF2B5EF4-FFF2-40B4-BE49-F238E27FC236}">
                <a16:creationId xmlns:a16="http://schemas.microsoft.com/office/drawing/2014/main" id="{1AE1D9A0-ED62-1FAE-B7EE-12B592D71BCD}"/>
              </a:ext>
            </a:extLst>
          </p:cNvPr>
          <p:cNvSpPr/>
          <p:nvPr/>
        </p:nvSpPr>
        <p:spPr>
          <a:xfrm>
            <a:off x="2998787" y="725487"/>
            <a:ext cx="25400" cy="31750"/>
          </a:xfrm>
          <a:custGeom>
            <a:avLst/>
            <a:gdLst/>
            <a:ahLst/>
            <a:cxnLst/>
            <a:rect l="l" t="t" r="r" b="b"/>
            <a:pathLst>
              <a:path w="25400" h="31750" extrusionOk="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39" y="5329"/>
                </a:lnTo>
                <a:lnTo>
                  <a:pt x="2188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 extrusionOk="0">
                <a:moveTo>
                  <a:pt x="16472" y="18292"/>
                </a:moveTo>
                <a:lnTo>
                  <a:pt x="6837" y="18292"/>
                </a:lnTo>
                <a:lnTo>
                  <a:pt x="9727" y="18680"/>
                </a:lnTo>
                <a:lnTo>
                  <a:pt x="11465" y="19999"/>
                </a:lnTo>
                <a:lnTo>
                  <a:pt x="14470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 extrusionOk="0">
                <a:moveTo>
                  <a:pt x="22239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4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26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39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g2c8da5ede62_0_167">
            <a:extLst>
              <a:ext uri="{FF2B5EF4-FFF2-40B4-BE49-F238E27FC236}">
                <a16:creationId xmlns:a16="http://schemas.microsoft.com/office/drawing/2014/main" id="{7EBBF65C-029E-45CD-F97A-A2DE22D52F6F}"/>
              </a:ext>
            </a:extLst>
          </p:cNvPr>
          <p:cNvSpPr txBox="1"/>
          <p:nvPr/>
        </p:nvSpPr>
        <p:spPr>
          <a:xfrm>
            <a:off x="1004887" y="10517187"/>
            <a:ext cx="4624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g2c8da5ede62_0_167">
            <a:extLst>
              <a:ext uri="{FF2B5EF4-FFF2-40B4-BE49-F238E27FC236}">
                <a16:creationId xmlns:a16="http://schemas.microsoft.com/office/drawing/2014/main" id="{09E99D63-101D-F120-B8DC-F57BD1C31725}"/>
              </a:ext>
            </a:extLst>
          </p:cNvPr>
          <p:cNvSpPr txBox="1"/>
          <p:nvPr/>
        </p:nvSpPr>
        <p:spPr>
          <a:xfrm>
            <a:off x="6835775" y="10517187"/>
            <a:ext cx="6432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Department of ECE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g2c8da5ede62_0_167">
            <a:extLst>
              <a:ext uri="{FF2B5EF4-FFF2-40B4-BE49-F238E27FC236}">
                <a16:creationId xmlns:a16="http://schemas.microsoft.com/office/drawing/2014/main" id="{DE4F9D13-B7AA-05FC-6CC6-49880C1BBA98}"/>
              </a:ext>
            </a:extLst>
          </p:cNvPr>
          <p:cNvSpPr txBox="1"/>
          <p:nvPr/>
        </p:nvSpPr>
        <p:spPr>
          <a:xfrm>
            <a:off x="14474825" y="10517187"/>
            <a:ext cx="4624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</a:pPr>
            <a:fld id="{00000000-1234-1234-1234-123412341234}" type="slidenum">
              <a:rPr lang="en-US" sz="18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Picture 1" descr="A diagram of a software system&#10;&#10;AI-generated content may be incorrect.">
            <a:extLst>
              <a:ext uri="{FF2B5EF4-FFF2-40B4-BE49-F238E27FC236}">
                <a16:creationId xmlns:a16="http://schemas.microsoft.com/office/drawing/2014/main" id="{0B802803-FE58-1DAC-9820-AB16AB6B27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6788" y="3793262"/>
            <a:ext cx="16068448" cy="5295324"/>
          </a:xfrm>
          <a:prstGeom prst="rect">
            <a:avLst/>
          </a:prstGeom>
        </p:spPr>
      </p:pic>
      <p:sp>
        <p:nvSpPr>
          <p:cNvPr id="5" name="Google Shape;203;p8">
            <a:extLst>
              <a:ext uri="{FF2B5EF4-FFF2-40B4-BE49-F238E27FC236}">
                <a16:creationId xmlns:a16="http://schemas.microsoft.com/office/drawing/2014/main" id="{7FA1DCEC-D0B3-0B51-662C-5768200E2DCE}"/>
              </a:ext>
            </a:extLst>
          </p:cNvPr>
          <p:cNvSpPr txBox="1"/>
          <p:nvPr/>
        </p:nvSpPr>
        <p:spPr>
          <a:xfrm>
            <a:off x="4933163" y="1454597"/>
            <a:ext cx="10242550" cy="1889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algn="ctr"/>
            <a:r>
              <a:rPr lang="en-US" sz="5400" b="1" dirty="0">
                <a:solidFill>
                  <a:srgbClr val="C00000"/>
                </a:solidFill>
                <a:latin typeface="Bookman Old Style"/>
                <a:ea typeface="Calibri"/>
                <a:cs typeface="Calibri"/>
                <a:sym typeface="Calibri"/>
              </a:rPr>
              <a:t>Implementation</a:t>
            </a:r>
            <a:endParaRPr lang="en-US" dirty="0"/>
          </a:p>
          <a:p>
            <a:pPr marL="12700"/>
            <a:br>
              <a:rPr lang="en-US" dirty="0">
                <a:sym typeface="Calibri"/>
              </a:rPr>
            </a:br>
            <a:endParaRPr lang="en-US" sz="5400"/>
          </a:p>
        </p:txBody>
      </p:sp>
    </p:spTree>
    <p:extLst>
      <p:ext uri="{BB962C8B-B14F-4D97-AF65-F5344CB8AC3E}">
        <p14:creationId xmlns:p14="http://schemas.microsoft.com/office/powerpoint/2010/main" val="4414431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c8da5ede62_0_167"/>
          <p:cNvSpPr txBox="1"/>
          <p:nvPr/>
        </p:nvSpPr>
        <p:spPr>
          <a:xfrm>
            <a:off x="-100" y="-25"/>
            <a:ext cx="20104200" cy="11309400"/>
          </a:xfrm>
          <a:prstGeom prst="rect">
            <a:avLst/>
          </a:prstGeom>
          <a:solidFill>
            <a:schemeClr val="lt1">
              <a:alpha val="97650"/>
            </a:schemeClr>
          </a:solidFill>
          <a:ln w="762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2" name="Google Shape;152;g2c8da5ede62_0_1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25"/>
            <a:ext cx="20104100" cy="1130935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g2c8da5ede62_0_167"/>
          <p:cNvSpPr/>
          <p:nvPr/>
        </p:nvSpPr>
        <p:spPr>
          <a:xfrm>
            <a:off x="2982912" y="712787"/>
            <a:ext cx="57220" cy="57080"/>
          </a:xfrm>
          <a:custGeom>
            <a:avLst/>
            <a:gdLst/>
            <a:ahLst/>
            <a:cxnLst/>
            <a:rect l="l" t="t" r="r" b="b"/>
            <a:pathLst>
              <a:path w="56514" h="56515" extrusionOk="0">
                <a:moveTo>
                  <a:pt x="28145" y="0"/>
                </a:moveTo>
                <a:lnTo>
                  <a:pt x="17201" y="2207"/>
                </a:lnTo>
                <a:lnTo>
                  <a:pt x="8253" y="8227"/>
                </a:lnTo>
                <a:lnTo>
                  <a:pt x="2215" y="17157"/>
                </a:lnTo>
                <a:lnTo>
                  <a:pt x="0" y="28093"/>
                </a:lnTo>
                <a:lnTo>
                  <a:pt x="2215" y="39037"/>
                </a:lnTo>
                <a:lnTo>
                  <a:pt x="8253" y="47985"/>
                </a:lnTo>
                <a:lnTo>
                  <a:pt x="17201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3" y="50280"/>
                </a:lnTo>
                <a:lnTo>
                  <a:pt x="11109" y="45113"/>
                </a:lnTo>
                <a:lnTo>
                  <a:pt x="5952" y="37457"/>
                </a:lnTo>
                <a:lnTo>
                  <a:pt x="4062" y="28093"/>
                </a:lnTo>
                <a:lnTo>
                  <a:pt x="5952" y="18722"/>
                </a:lnTo>
                <a:lnTo>
                  <a:pt x="11109" y="11052"/>
                </a:lnTo>
                <a:lnTo>
                  <a:pt x="18763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 extrusionOk="0">
                <a:moveTo>
                  <a:pt x="41684" y="3968"/>
                </a:moveTo>
                <a:lnTo>
                  <a:pt x="28145" y="3968"/>
                </a:lnTo>
                <a:lnTo>
                  <a:pt x="37527" y="5870"/>
                </a:lnTo>
                <a:lnTo>
                  <a:pt x="45181" y="11052"/>
                </a:lnTo>
                <a:lnTo>
                  <a:pt x="50338" y="18722"/>
                </a:lnTo>
                <a:lnTo>
                  <a:pt x="52228" y="28093"/>
                </a:lnTo>
                <a:lnTo>
                  <a:pt x="50338" y="37457"/>
                </a:lnTo>
                <a:lnTo>
                  <a:pt x="45181" y="45113"/>
                </a:lnTo>
                <a:lnTo>
                  <a:pt x="37527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g2c8da5ede62_0_167"/>
          <p:cNvSpPr/>
          <p:nvPr/>
        </p:nvSpPr>
        <p:spPr>
          <a:xfrm>
            <a:off x="2998787" y="725487"/>
            <a:ext cx="25400" cy="31750"/>
          </a:xfrm>
          <a:custGeom>
            <a:avLst/>
            <a:gdLst/>
            <a:ahLst/>
            <a:cxnLst/>
            <a:rect l="l" t="t" r="r" b="b"/>
            <a:pathLst>
              <a:path w="25400" h="31750" extrusionOk="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39" y="5329"/>
                </a:lnTo>
                <a:lnTo>
                  <a:pt x="2188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 extrusionOk="0">
                <a:moveTo>
                  <a:pt x="16472" y="18292"/>
                </a:moveTo>
                <a:lnTo>
                  <a:pt x="6837" y="18292"/>
                </a:lnTo>
                <a:lnTo>
                  <a:pt x="9727" y="18680"/>
                </a:lnTo>
                <a:lnTo>
                  <a:pt x="11465" y="19999"/>
                </a:lnTo>
                <a:lnTo>
                  <a:pt x="14470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 extrusionOk="0">
                <a:moveTo>
                  <a:pt x="22239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4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26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39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g2c8da5ede62_0_167"/>
          <p:cNvSpPr txBox="1"/>
          <p:nvPr/>
        </p:nvSpPr>
        <p:spPr>
          <a:xfrm>
            <a:off x="1004887" y="10517187"/>
            <a:ext cx="4624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g2c8da5ede62_0_167"/>
          <p:cNvSpPr txBox="1"/>
          <p:nvPr/>
        </p:nvSpPr>
        <p:spPr>
          <a:xfrm>
            <a:off x="6835775" y="10517187"/>
            <a:ext cx="6432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Department of ECE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g2c8da5ede62_0_167"/>
          <p:cNvSpPr txBox="1"/>
          <p:nvPr/>
        </p:nvSpPr>
        <p:spPr>
          <a:xfrm>
            <a:off x="14474825" y="10517187"/>
            <a:ext cx="4624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</a:pPr>
            <a:fld id="{00000000-1234-1234-1234-123412341234}" type="slidenum">
              <a:rPr lang="en-US" sz="18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C9E71E-36F5-3122-731E-A5E0844019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8024" y="2543209"/>
            <a:ext cx="7468642" cy="757343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F4368D0-D1BD-70C8-2F9A-1473093BCA3A}"/>
              </a:ext>
            </a:extLst>
          </p:cNvPr>
          <p:cNvSpPr txBox="1"/>
          <p:nvPr/>
        </p:nvSpPr>
        <p:spPr>
          <a:xfrm>
            <a:off x="2142644" y="1912267"/>
            <a:ext cx="3910045" cy="630942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3500" b="1">
                <a:solidFill>
                  <a:srgbClr val="002060"/>
                </a:solidFill>
                <a:latin typeface="Bookman Old Style"/>
                <a:ea typeface="Calibri"/>
                <a:cs typeface="Calibri"/>
              </a:rPr>
              <a:t>Verilog Modules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6F6F7F-2919-E7E0-4D4D-988537D7DF08}"/>
              </a:ext>
            </a:extLst>
          </p:cNvPr>
          <p:cNvSpPr txBox="1"/>
          <p:nvPr/>
        </p:nvSpPr>
        <p:spPr>
          <a:xfrm>
            <a:off x="444116" y="2384309"/>
            <a:ext cx="3695242" cy="63094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500" b="1">
                <a:solidFill>
                  <a:srgbClr val="002060"/>
                </a:solidFill>
                <a:latin typeface="Bookman Old Style"/>
                <a:ea typeface="Calibri"/>
                <a:cs typeface="Calibri"/>
              </a:rPr>
              <a:t>PE Element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1C5F26-5AAF-7279-4B1E-F4127D4E1628}"/>
              </a:ext>
            </a:extLst>
          </p:cNvPr>
          <p:cNvSpPr txBox="1"/>
          <p:nvPr/>
        </p:nvSpPr>
        <p:spPr>
          <a:xfrm>
            <a:off x="447328" y="3015251"/>
            <a:ext cx="11258262" cy="240065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500">
                <a:solidFill>
                  <a:srgbClr val="002060"/>
                </a:solidFill>
                <a:latin typeface="Bookman Old Style"/>
                <a:ea typeface="Calibri"/>
                <a:cs typeface="Calibri"/>
              </a:rPr>
              <a:t>The PE element is the smallest unit in Smith Waterman Algorithm</a:t>
            </a:r>
            <a:endParaRPr lang="en-US"/>
          </a:p>
          <a:p>
            <a:r>
              <a:rPr lang="en-US" sz="2500">
                <a:solidFill>
                  <a:srgbClr val="002060"/>
                </a:solidFill>
                <a:latin typeface="Bookman Old Style"/>
                <a:ea typeface="Calibri"/>
                <a:cs typeface="Calibri"/>
              </a:rPr>
              <a:t>It perform 3 main functions -</a:t>
            </a:r>
          </a:p>
          <a:p>
            <a:pPr marL="342900" indent="-342900">
              <a:buFont typeface="Courier New"/>
              <a:buChar char="o"/>
            </a:pPr>
            <a:r>
              <a:rPr lang="en-US" sz="2500" dirty="0">
                <a:solidFill>
                  <a:srgbClr val="002060"/>
                </a:solidFill>
                <a:latin typeface="Bookman Old Style"/>
                <a:ea typeface="Calibri"/>
                <a:cs typeface="Calibri"/>
              </a:rPr>
              <a:t> Calculates Character Score</a:t>
            </a:r>
            <a:endParaRPr lang="en-US" dirty="0"/>
          </a:p>
          <a:p>
            <a:pPr marL="342900" indent="-342900">
              <a:buFont typeface="Courier New"/>
              <a:buChar char="o"/>
            </a:pPr>
            <a:r>
              <a:rPr lang="en-US" sz="2500">
                <a:solidFill>
                  <a:srgbClr val="002060"/>
                </a:solidFill>
                <a:latin typeface="Bookman Old Style"/>
                <a:ea typeface="Calibri"/>
                <a:cs typeface="Calibri"/>
              </a:rPr>
              <a:t>Subtracts </a:t>
            </a:r>
            <a:r>
              <a:rPr lang="en-US" sz="2500" dirty="0">
                <a:solidFill>
                  <a:srgbClr val="002060"/>
                </a:solidFill>
                <a:latin typeface="Bookman Old Style"/>
                <a:ea typeface="Calibri"/>
                <a:cs typeface="Calibri"/>
              </a:rPr>
              <a:t>gap penalty from neighboring cells</a:t>
            </a:r>
          </a:p>
          <a:p>
            <a:pPr marL="342900" indent="-342900">
              <a:buFont typeface="Courier New"/>
              <a:buChar char="o"/>
            </a:pPr>
            <a:r>
              <a:rPr lang="en-US" sz="2500">
                <a:solidFill>
                  <a:srgbClr val="002060"/>
                </a:solidFill>
                <a:latin typeface="Bookman Old Style"/>
                <a:ea typeface="Calibri"/>
                <a:cs typeface="Calibri"/>
              </a:rPr>
              <a:t>Calculates the maximum </a:t>
            </a:r>
            <a:r>
              <a:rPr lang="en-US" sz="2500" dirty="0">
                <a:solidFill>
                  <a:srgbClr val="002060"/>
                </a:solidFill>
                <a:latin typeface="Bookman Old Style"/>
                <a:ea typeface="Calibri"/>
                <a:cs typeface="Calibri"/>
              </a:rPr>
              <a:t>value </a:t>
            </a:r>
          </a:p>
          <a:p>
            <a:endParaRPr lang="en-US" sz="25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Google Shape;203;p8">
            <a:extLst>
              <a:ext uri="{FF2B5EF4-FFF2-40B4-BE49-F238E27FC236}">
                <a16:creationId xmlns:a16="http://schemas.microsoft.com/office/drawing/2014/main" id="{5C7B6D0C-6135-1A93-3835-567DCDA98224}"/>
              </a:ext>
            </a:extLst>
          </p:cNvPr>
          <p:cNvSpPr txBox="1"/>
          <p:nvPr/>
        </p:nvSpPr>
        <p:spPr>
          <a:xfrm>
            <a:off x="4933163" y="754524"/>
            <a:ext cx="10242550" cy="1889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algn="ctr"/>
            <a:r>
              <a:rPr lang="en-US" sz="5400" b="1" dirty="0">
                <a:solidFill>
                  <a:srgbClr val="C00000"/>
                </a:solidFill>
                <a:latin typeface="Bookman Old Style"/>
                <a:ea typeface="Calibri"/>
                <a:cs typeface="Calibri"/>
                <a:sym typeface="Calibri"/>
              </a:rPr>
              <a:t>Results</a:t>
            </a:r>
            <a:endParaRPr lang="en-US" dirty="0"/>
          </a:p>
          <a:p>
            <a:pPr marL="12700"/>
            <a:br>
              <a:rPr lang="en-US" dirty="0">
                <a:sym typeface="Calibri"/>
              </a:rPr>
            </a:br>
            <a:endParaRPr lang="en-US" sz="5400"/>
          </a:p>
        </p:txBody>
      </p:sp>
    </p:spTree>
    <p:extLst>
      <p:ext uri="{BB962C8B-B14F-4D97-AF65-F5344CB8AC3E}">
        <p14:creationId xmlns:p14="http://schemas.microsoft.com/office/powerpoint/2010/main" val="28525440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>
          <a:extLst>
            <a:ext uri="{FF2B5EF4-FFF2-40B4-BE49-F238E27FC236}">
              <a16:creationId xmlns:a16="http://schemas.microsoft.com/office/drawing/2014/main" id="{D4EEB432-E238-3CEA-39A7-3D448BC20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c8da5ede62_0_167">
            <a:extLst>
              <a:ext uri="{FF2B5EF4-FFF2-40B4-BE49-F238E27FC236}">
                <a16:creationId xmlns:a16="http://schemas.microsoft.com/office/drawing/2014/main" id="{C4091DE4-9187-FDE5-5285-66887BA4EF19}"/>
              </a:ext>
            </a:extLst>
          </p:cNvPr>
          <p:cNvSpPr txBox="1"/>
          <p:nvPr/>
        </p:nvSpPr>
        <p:spPr>
          <a:xfrm>
            <a:off x="-100" y="-25"/>
            <a:ext cx="20104200" cy="11309400"/>
          </a:xfrm>
          <a:prstGeom prst="rect">
            <a:avLst/>
          </a:prstGeom>
          <a:solidFill>
            <a:schemeClr val="lt1">
              <a:alpha val="97650"/>
            </a:schemeClr>
          </a:solidFill>
          <a:ln w="762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2" name="Google Shape;152;g2c8da5ede62_0_167">
            <a:extLst>
              <a:ext uri="{FF2B5EF4-FFF2-40B4-BE49-F238E27FC236}">
                <a16:creationId xmlns:a16="http://schemas.microsoft.com/office/drawing/2014/main" id="{01A38785-69BB-0270-5B4C-D90977F3B52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25"/>
            <a:ext cx="20104100" cy="1130935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g2c8da5ede62_0_167">
            <a:extLst>
              <a:ext uri="{FF2B5EF4-FFF2-40B4-BE49-F238E27FC236}">
                <a16:creationId xmlns:a16="http://schemas.microsoft.com/office/drawing/2014/main" id="{1A49D600-CB69-3D7D-5891-A6082E2A0AEF}"/>
              </a:ext>
            </a:extLst>
          </p:cNvPr>
          <p:cNvSpPr/>
          <p:nvPr/>
        </p:nvSpPr>
        <p:spPr>
          <a:xfrm>
            <a:off x="2982912" y="712787"/>
            <a:ext cx="57220" cy="57080"/>
          </a:xfrm>
          <a:custGeom>
            <a:avLst/>
            <a:gdLst/>
            <a:ahLst/>
            <a:cxnLst/>
            <a:rect l="l" t="t" r="r" b="b"/>
            <a:pathLst>
              <a:path w="56514" h="56515" extrusionOk="0">
                <a:moveTo>
                  <a:pt x="28145" y="0"/>
                </a:moveTo>
                <a:lnTo>
                  <a:pt x="17201" y="2207"/>
                </a:lnTo>
                <a:lnTo>
                  <a:pt x="8253" y="8227"/>
                </a:lnTo>
                <a:lnTo>
                  <a:pt x="2215" y="17157"/>
                </a:lnTo>
                <a:lnTo>
                  <a:pt x="0" y="28093"/>
                </a:lnTo>
                <a:lnTo>
                  <a:pt x="2215" y="39037"/>
                </a:lnTo>
                <a:lnTo>
                  <a:pt x="8253" y="47985"/>
                </a:lnTo>
                <a:lnTo>
                  <a:pt x="17201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3" y="50280"/>
                </a:lnTo>
                <a:lnTo>
                  <a:pt x="11109" y="45113"/>
                </a:lnTo>
                <a:lnTo>
                  <a:pt x="5952" y="37457"/>
                </a:lnTo>
                <a:lnTo>
                  <a:pt x="4062" y="28093"/>
                </a:lnTo>
                <a:lnTo>
                  <a:pt x="5952" y="18722"/>
                </a:lnTo>
                <a:lnTo>
                  <a:pt x="11109" y="11052"/>
                </a:lnTo>
                <a:lnTo>
                  <a:pt x="18763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 extrusionOk="0">
                <a:moveTo>
                  <a:pt x="41684" y="3968"/>
                </a:moveTo>
                <a:lnTo>
                  <a:pt x="28145" y="3968"/>
                </a:lnTo>
                <a:lnTo>
                  <a:pt x="37527" y="5870"/>
                </a:lnTo>
                <a:lnTo>
                  <a:pt x="45181" y="11052"/>
                </a:lnTo>
                <a:lnTo>
                  <a:pt x="50338" y="18722"/>
                </a:lnTo>
                <a:lnTo>
                  <a:pt x="52228" y="28093"/>
                </a:lnTo>
                <a:lnTo>
                  <a:pt x="50338" y="37457"/>
                </a:lnTo>
                <a:lnTo>
                  <a:pt x="45181" y="45113"/>
                </a:lnTo>
                <a:lnTo>
                  <a:pt x="37527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g2c8da5ede62_0_167">
            <a:extLst>
              <a:ext uri="{FF2B5EF4-FFF2-40B4-BE49-F238E27FC236}">
                <a16:creationId xmlns:a16="http://schemas.microsoft.com/office/drawing/2014/main" id="{69CAB761-90ED-1D7E-6E03-D367154A9456}"/>
              </a:ext>
            </a:extLst>
          </p:cNvPr>
          <p:cNvSpPr/>
          <p:nvPr/>
        </p:nvSpPr>
        <p:spPr>
          <a:xfrm>
            <a:off x="2998787" y="725487"/>
            <a:ext cx="25400" cy="31750"/>
          </a:xfrm>
          <a:custGeom>
            <a:avLst/>
            <a:gdLst/>
            <a:ahLst/>
            <a:cxnLst/>
            <a:rect l="l" t="t" r="r" b="b"/>
            <a:pathLst>
              <a:path w="25400" h="31750" extrusionOk="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39" y="5329"/>
                </a:lnTo>
                <a:lnTo>
                  <a:pt x="2188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 extrusionOk="0">
                <a:moveTo>
                  <a:pt x="16472" y="18292"/>
                </a:moveTo>
                <a:lnTo>
                  <a:pt x="6837" y="18292"/>
                </a:lnTo>
                <a:lnTo>
                  <a:pt x="9727" y="18680"/>
                </a:lnTo>
                <a:lnTo>
                  <a:pt x="11465" y="19999"/>
                </a:lnTo>
                <a:lnTo>
                  <a:pt x="14470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 extrusionOk="0">
                <a:moveTo>
                  <a:pt x="22239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4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26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39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g2c8da5ede62_0_167">
            <a:extLst>
              <a:ext uri="{FF2B5EF4-FFF2-40B4-BE49-F238E27FC236}">
                <a16:creationId xmlns:a16="http://schemas.microsoft.com/office/drawing/2014/main" id="{CB3E5085-9EB6-D4A9-3ACF-F98B1FB3C80A}"/>
              </a:ext>
            </a:extLst>
          </p:cNvPr>
          <p:cNvSpPr txBox="1"/>
          <p:nvPr/>
        </p:nvSpPr>
        <p:spPr>
          <a:xfrm>
            <a:off x="1004887" y="10517187"/>
            <a:ext cx="4624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g2c8da5ede62_0_167">
            <a:extLst>
              <a:ext uri="{FF2B5EF4-FFF2-40B4-BE49-F238E27FC236}">
                <a16:creationId xmlns:a16="http://schemas.microsoft.com/office/drawing/2014/main" id="{D212428E-AF48-9087-9AF8-23523BD05B4E}"/>
              </a:ext>
            </a:extLst>
          </p:cNvPr>
          <p:cNvSpPr txBox="1"/>
          <p:nvPr/>
        </p:nvSpPr>
        <p:spPr>
          <a:xfrm>
            <a:off x="6835775" y="10517187"/>
            <a:ext cx="6432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Department of ECE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g2c8da5ede62_0_167">
            <a:extLst>
              <a:ext uri="{FF2B5EF4-FFF2-40B4-BE49-F238E27FC236}">
                <a16:creationId xmlns:a16="http://schemas.microsoft.com/office/drawing/2014/main" id="{CC651338-474F-B1D3-3596-FF975C5B491B}"/>
              </a:ext>
            </a:extLst>
          </p:cNvPr>
          <p:cNvSpPr txBox="1"/>
          <p:nvPr/>
        </p:nvSpPr>
        <p:spPr>
          <a:xfrm>
            <a:off x="14474825" y="10517187"/>
            <a:ext cx="4624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</a:pPr>
            <a:fld id="{00000000-1234-1234-1234-123412341234}" type="slidenum">
              <a:rPr lang="en-US" sz="18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72B67D-6F85-8C0A-45C3-5832C2178D4E}"/>
              </a:ext>
            </a:extLst>
          </p:cNvPr>
          <p:cNvSpPr txBox="1"/>
          <p:nvPr/>
        </p:nvSpPr>
        <p:spPr>
          <a:xfrm>
            <a:off x="1915048" y="1702245"/>
            <a:ext cx="4062331" cy="630942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3500" b="1" dirty="0">
                <a:solidFill>
                  <a:srgbClr val="002060"/>
                </a:solidFill>
                <a:latin typeface="Bookman Old Style"/>
                <a:ea typeface="Calibri"/>
                <a:cs typeface="Calibri"/>
              </a:rPr>
              <a:t> Verilog Modules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4DB9A0-DD02-B2C7-805C-B5F789185F57}"/>
              </a:ext>
            </a:extLst>
          </p:cNvPr>
          <p:cNvSpPr txBox="1"/>
          <p:nvPr/>
        </p:nvSpPr>
        <p:spPr>
          <a:xfrm>
            <a:off x="1424553" y="2279269"/>
            <a:ext cx="6322084" cy="63094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500" b="1">
                <a:solidFill>
                  <a:srgbClr val="002060"/>
                </a:solidFill>
                <a:latin typeface="Bookman Old Style"/>
                <a:ea typeface="Calibri"/>
                <a:cs typeface="Calibri"/>
              </a:rPr>
              <a:t>NXN Wrapper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05E49B-2DDB-D135-AAD4-0421CE5033FB}"/>
              </a:ext>
            </a:extLst>
          </p:cNvPr>
          <p:cNvSpPr txBox="1"/>
          <p:nvPr/>
        </p:nvSpPr>
        <p:spPr>
          <a:xfrm>
            <a:off x="1463040" y="3015251"/>
            <a:ext cx="10242550" cy="201593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rgbClr val="002060"/>
                </a:solidFill>
                <a:latin typeface="Bookman Old Style"/>
                <a:ea typeface="Calibri"/>
                <a:cs typeface="Calibri"/>
              </a:rPr>
              <a:t>It is a FSM based Module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rgbClr val="002060"/>
                </a:solidFill>
                <a:latin typeface="Bookman Old Style"/>
                <a:ea typeface="Calibri"/>
                <a:cs typeface="Calibri"/>
              </a:rPr>
              <a:t>It instantiates the PE elements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rgbClr val="002060"/>
                </a:solidFill>
                <a:latin typeface="Bookman Old Style"/>
                <a:ea typeface="Calibri"/>
                <a:cs typeface="Calibri"/>
              </a:rPr>
              <a:t>It allows for passing of values between the PE elements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rgbClr val="002060"/>
                </a:solidFill>
                <a:latin typeface="Bookman Old Style"/>
                <a:ea typeface="Calibri"/>
                <a:cs typeface="Calibri"/>
              </a:rPr>
              <a:t>It also calculates </a:t>
            </a:r>
            <a:r>
              <a:rPr lang="en-US" sz="2500" err="1">
                <a:solidFill>
                  <a:srgbClr val="002060"/>
                </a:solidFill>
                <a:latin typeface="Bookman Old Style"/>
                <a:ea typeface="Calibri"/>
                <a:cs typeface="Calibri"/>
              </a:rPr>
              <a:t>max_score</a:t>
            </a:r>
            <a:r>
              <a:rPr lang="en-US" sz="2500" dirty="0">
                <a:solidFill>
                  <a:srgbClr val="002060"/>
                </a:solidFill>
                <a:latin typeface="Bookman Old Style"/>
                <a:ea typeface="Calibri"/>
                <a:cs typeface="Calibri"/>
              </a:rPr>
              <a:t> of all the PE elements as an output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F5B321D-7227-5016-58EC-2930F42A49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860" y="5031186"/>
            <a:ext cx="4143148" cy="436589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D519E83-9C59-AF77-57A7-F45B8A98A5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5711" y="5153489"/>
            <a:ext cx="4822265" cy="424359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BA0E5B4-4D46-9A95-BAE8-6755CD5B8F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48221" y="5031186"/>
            <a:ext cx="5239076" cy="436589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F489CB2-1A8E-78DC-70CF-41A7DF41406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052501" y="5031186"/>
            <a:ext cx="4305488" cy="4365897"/>
          </a:xfrm>
          <a:prstGeom prst="rect">
            <a:avLst/>
          </a:prstGeom>
        </p:spPr>
      </p:pic>
      <p:sp>
        <p:nvSpPr>
          <p:cNvPr id="4" name="Google Shape;203;p8">
            <a:extLst>
              <a:ext uri="{FF2B5EF4-FFF2-40B4-BE49-F238E27FC236}">
                <a16:creationId xmlns:a16="http://schemas.microsoft.com/office/drawing/2014/main" id="{15A562DA-DACF-AB92-7CF7-6BCCE44908D5}"/>
              </a:ext>
            </a:extLst>
          </p:cNvPr>
          <p:cNvSpPr txBox="1"/>
          <p:nvPr/>
        </p:nvSpPr>
        <p:spPr>
          <a:xfrm>
            <a:off x="4933163" y="754524"/>
            <a:ext cx="10242550" cy="1889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algn="ctr"/>
            <a:r>
              <a:rPr lang="en-US" sz="5400" b="1" dirty="0">
                <a:solidFill>
                  <a:srgbClr val="C00000"/>
                </a:solidFill>
                <a:latin typeface="Bookman Old Style"/>
                <a:ea typeface="Calibri"/>
                <a:cs typeface="Calibri"/>
                <a:sym typeface="Calibri"/>
              </a:rPr>
              <a:t>Results</a:t>
            </a:r>
            <a:endParaRPr lang="en-US" dirty="0"/>
          </a:p>
          <a:p>
            <a:pPr marL="12700"/>
            <a:br>
              <a:rPr lang="en-US" dirty="0">
                <a:sym typeface="Calibri"/>
              </a:rPr>
            </a:br>
            <a:endParaRPr lang="en-US" sz="5400"/>
          </a:p>
        </p:txBody>
      </p:sp>
    </p:spTree>
    <p:extLst>
      <p:ext uri="{BB962C8B-B14F-4D97-AF65-F5344CB8AC3E}">
        <p14:creationId xmlns:p14="http://schemas.microsoft.com/office/powerpoint/2010/main" val="13858629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>
          <a:extLst>
            <a:ext uri="{FF2B5EF4-FFF2-40B4-BE49-F238E27FC236}">
              <a16:creationId xmlns:a16="http://schemas.microsoft.com/office/drawing/2014/main" id="{36BE9F10-A70E-E77B-3A63-EF6B28D51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c8da5ede62_0_167">
            <a:extLst>
              <a:ext uri="{FF2B5EF4-FFF2-40B4-BE49-F238E27FC236}">
                <a16:creationId xmlns:a16="http://schemas.microsoft.com/office/drawing/2014/main" id="{633B1E73-4F7B-3100-9941-E170EFEECB38}"/>
              </a:ext>
            </a:extLst>
          </p:cNvPr>
          <p:cNvSpPr txBox="1"/>
          <p:nvPr/>
        </p:nvSpPr>
        <p:spPr>
          <a:xfrm>
            <a:off x="-100" y="-25"/>
            <a:ext cx="20104200" cy="11309400"/>
          </a:xfrm>
          <a:prstGeom prst="rect">
            <a:avLst/>
          </a:prstGeom>
          <a:solidFill>
            <a:schemeClr val="lt1">
              <a:alpha val="97650"/>
            </a:schemeClr>
          </a:solidFill>
          <a:ln w="762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2" name="Google Shape;152;g2c8da5ede62_0_167">
            <a:extLst>
              <a:ext uri="{FF2B5EF4-FFF2-40B4-BE49-F238E27FC236}">
                <a16:creationId xmlns:a16="http://schemas.microsoft.com/office/drawing/2014/main" id="{794B5D6A-63E3-A409-6E54-10A048E3342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25"/>
            <a:ext cx="20104100" cy="1130935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g2c8da5ede62_0_167">
            <a:extLst>
              <a:ext uri="{FF2B5EF4-FFF2-40B4-BE49-F238E27FC236}">
                <a16:creationId xmlns:a16="http://schemas.microsoft.com/office/drawing/2014/main" id="{243CD3D1-CA89-A860-57F4-9195E80A34E2}"/>
              </a:ext>
            </a:extLst>
          </p:cNvPr>
          <p:cNvSpPr/>
          <p:nvPr/>
        </p:nvSpPr>
        <p:spPr>
          <a:xfrm>
            <a:off x="2982912" y="712787"/>
            <a:ext cx="57220" cy="57080"/>
          </a:xfrm>
          <a:custGeom>
            <a:avLst/>
            <a:gdLst/>
            <a:ahLst/>
            <a:cxnLst/>
            <a:rect l="l" t="t" r="r" b="b"/>
            <a:pathLst>
              <a:path w="56514" h="56515" extrusionOk="0">
                <a:moveTo>
                  <a:pt x="28145" y="0"/>
                </a:moveTo>
                <a:lnTo>
                  <a:pt x="17201" y="2207"/>
                </a:lnTo>
                <a:lnTo>
                  <a:pt x="8253" y="8227"/>
                </a:lnTo>
                <a:lnTo>
                  <a:pt x="2215" y="17157"/>
                </a:lnTo>
                <a:lnTo>
                  <a:pt x="0" y="28093"/>
                </a:lnTo>
                <a:lnTo>
                  <a:pt x="2215" y="39037"/>
                </a:lnTo>
                <a:lnTo>
                  <a:pt x="8253" y="47985"/>
                </a:lnTo>
                <a:lnTo>
                  <a:pt x="17201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3" y="50280"/>
                </a:lnTo>
                <a:lnTo>
                  <a:pt x="11109" y="45113"/>
                </a:lnTo>
                <a:lnTo>
                  <a:pt x="5952" y="37457"/>
                </a:lnTo>
                <a:lnTo>
                  <a:pt x="4062" y="28093"/>
                </a:lnTo>
                <a:lnTo>
                  <a:pt x="5952" y="18722"/>
                </a:lnTo>
                <a:lnTo>
                  <a:pt x="11109" y="11052"/>
                </a:lnTo>
                <a:lnTo>
                  <a:pt x="18763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 extrusionOk="0">
                <a:moveTo>
                  <a:pt x="41684" y="3968"/>
                </a:moveTo>
                <a:lnTo>
                  <a:pt x="28145" y="3968"/>
                </a:lnTo>
                <a:lnTo>
                  <a:pt x="37527" y="5870"/>
                </a:lnTo>
                <a:lnTo>
                  <a:pt x="45181" y="11052"/>
                </a:lnTo>
                <a:lnTo>
                  <a:pt x="50338" y="18722"/>
                </a:lnTo>
                <a:lnTo>
                  <a:pt x="52228" y="28093"/>
                </a:lnTo>
                <a:lnTo>
                  <a:pt x="50338" y="37457"/>
                </a:lnTo>
                <a:lnTo>
                  <a:pt x="45181" y="45113"/>
                </a:lnTo>
                <a:lnTo>
                  <a:pt x="37527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g2c8da5ede62_0_167">
            <a:extLst>
              <a:ext uri="{FF2B5EF4-FFF2-40B4-BE49-F238E27FC236}">
                <a16:creationId xmlns:a16="http://schemas.microsoft.com/office/drawing/2014/main" id="{DEBAAB50-9CE2-1A21-FFBC-7FE8D7DEF0C3}"/>
              </a:ext>
            </a:extLst>
          </p:cNvPr>
          <p:cNvSpPr/>
          <p:nvPr/>
        </p:nvSpPr>
        <p:spPr>
          <a:xfrm>
            <a:off x="2998787" y="725487"/>
            <a:ext cx="25400" cy="31750"/>
          </a:xfrm>
          <a:custGeom>
            <a:avLst/>
            <a:gdLst/>
            <a:ahLst/>
            <a:cxnLst/>
            <a:rect l="l" t="t" r="r" b="b"/>
            <a:pathLst>
              <a:path w="25400" h="31750" extrusionOk="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39" y="5329"/>
                </a:lnTo>
                <a:lnTo>
                  <a:pt x="2188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 extrusionOk="0">
                <a:moveTo>
                  <a:pt x="16472" y="18292"/>
                </a:moveTo>
                <a:lnTo>
                  <a:pt x="6837" y="18292"/>
                </a:lnTo>
                <a:lnTo>
                  <a:pt x="9727" y="18680"/>
                </a:lnTo>
                <a:lnTo>
                  <a:pt x="11465" y="19999"/>
                </a:lnTo>
                <a:lnTo>
                  <a:pt x="14470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 extrusionOk="0">
                <a:moveTo>
                  <a:pt x="22239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4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26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39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g2c8da5ede62_0_167">
            <a:extLst>
              <a:ext uri="{FF2B5EF4-FFF2-40B4-BE49-F238E27FC236}">
                <a16:creationId xmlns:a16="http://schemas.microsoft.com/office/drawing/2014/main" id="{263A1402-F926-4952-43F8-E7D279DCB276}"/>
              </a:ext>
            </a:extLst>
          </p:cNvPr>
          <p:cNvSpPr txBox="1"/>
          <p:nvPr/>
        </p:nvSpPr>
        <p:spPr>
          <a:xfrm>
            <a:off x="1004887" y="10517187"/>
            <a:ext cx="4624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g2c8da5ede62_0_167">
            <a:extLst>
              <a:ext uri="{FF2B5EF4-FFF2-40B4-BE49-F238E27FC236}">
                <a16:creationId xmlns:a16="http://schemas.microsoft.com/office/drawing/2014/main" id="{9E4FDB01-BE1D-0F31-17B8-AB324F578965}"/>
              </a:ext>
            </a:extLst>
          </p:cNvPr>
          <p:cNvSpPr txBox="1"/>
          <p:nvPr/>
        </p:nvSpPr>
        <p:spPr>
          <a:xfrm>
            <a:off x="6835775" y="10517187"/>
            <a:ext cx="6432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Department of ECE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g2c8da5ede62_0_167">
            <a:extLst>
              <a:ext uri="{FF2B5EF4-FFF2-40B4-BE49-F238E27FC236}">
                <a16:creationId xmlns:a16="http://schemas.microsoft.com/office/drawing/2014/main" id="{3B06AB30-E938-F0B7-0CA1-676882EAC723}"/>
              </a:ext>
            </a:extLst>
          </p:cNvPr>
          <p:cNvSpPr txBox="1"/>
          <p:nvPr/>
        </p:nvSpPr>
        <p:spPr>
          <a:xfrm>
            <a:off x="14474825" y="10517187"/>
            <a:ext cx="4624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</a:pPr>
            <a:fld id="{00000000-1234-1234-1234-123412341234}" type="slidenum">
              <a:rPr lang="en-US" sz="18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BC5E9E-394E-0C8A-D39D-49F6BAF2FBDF}"/>
              </a:ext>
            </a:extLst>
          </p:cNvPr>
          <p:cNvSpPr txBox="1"/>
          <p:nvPr/>
        </p:nvSpPr>
        <p:spPr>
          <a:xfrm>
            <a:off x="934636" y="1912267"/>
            <a:ext cx="4027064" cy="630942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3500" b="1" dirty="0">
                <a:solidFill>
                  <a:srgbClr val="002060"/>
                </a:solidFill>
                <a:latin typeface="Bookman Old Style"/>
                <a:ea typeface="Calibri"/>
                <a:cs typeface="Calibri"/>
              </a:rPr>
              <a:t>2. Python Script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46029A-FF36-ACEE-329B-F417D93EA504}"/>
              </a:ext>
            </a:extLst>
          </p:cNvPr>
          <p:cNvSpPr txBox="1"/>
          <p:nvPr/>
        </p:nvSpPr>
        <p:spPr>
          <a:xfrm>
            <a:off x="1009789" y="2546788"/>
            <a:ext cx="10242550" cy="201593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rgbClr val="002060"/>
                </a:solidFill>
                <a:latin typeface="Bookman Old Style"/>
                <a:ea typeface="Calibri"/>
                <a:cs typeface="Calibri"/>
              </a:rPr>
              <a:t>The Python script is the second part of the process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rgbClr val="002060"/>
                </a:solidFill>
                <a:latin typeface="Bookman Old Style"/>
                <a:ea typeface="Calibri"/>
                <a:cs typeface="Calibri"/>
              </a:rPr>
              <a:t>It takes in the max score from the Verilog code output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rgbClr val="002060"/>
                </a:solidFill>
                <a:latin typeface="Bookman Old Style"/>
                <a:ea typeface="Calibri"/>
                <a:cs typeface="Calibri"/>
              </a:rPr>
              <a:t>It uses it to perform traceback to give the locally aligned segments in the DNA strings.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500" dirty="0">
              <a:solidFill>
                <a:srgbClr val="002060"/>
              </a:solidFill>
              <a:latin typeface="Bookman Old Style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93E8968-E292-1004-9E97-D079B79311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05590" y="2106000"/>
            <a:ext cx="8135485" cy="7716327"/>
          </a:xfrm>
          <a:prstGeom prst="rect">
            <a:avLst/>
          </a:prstGeom>
        </p:spPr>
      </p:pic>
      <p:sp>
        <p:nvSpPr>
          <p:cNvPr id="4" name="Google Shape;203;p8">
            <a:extLst>
              <a:ext uri="{FF2B5EF4-FFF2-40B4-BE49-F238E27FC236}">
                <a16:creationId xmlns:a16="http://schemas.microsoft.com/office/drawing/2014/main" id="{01BAA072-E350-70DD-492E-FAAC8ADD8316}"/>
              </a:ext>
            </a:extLst>
          </p:cNvPr>
          <p:cNvSpPr txBox="1"/>
          <p:nvPr/>
        </p:nvSpPr>
        <p:spPr>
          <a:xfrm>
            <a:off x="4933163" y="754524"/>
            <a:ext cx="10242550" cy="1889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algn="ctr"/>
            <a:r>
              <a:rPr lang="en-US" sz="5400" b="1" dirty="0">
                <a:solidFill>
                  <a:srgbClr val="C00000"/>
                </a:solidFill>
                <a:latin typeface="Bookman Old Style"/>
                <a:ea typeface="Calibri"/>
                <a:cs typeface="Calibri"/>
                <a:sym typeface="Calibri"/>
              </a:rPr>
              <a:t>Results</a:t>
            </a:r>
            <a:endParaRPr lang="en-US" dirty="0"/>
          </a:p>
          <a:p>
            <a:pPr marL="12700"/>
            <a:br>
              <a:rPr lang="en-US" dirty="0">
                <a:sym typeface="Calibri"/>
              </a:rPr>
            </a:br>
            <a:endParaRPr lang="en-US" sz="5400"/>
          </a:p>
        </p:txBody>
      </p:sp>
    </p:spTree>
    <p:extLst>
      <p:ext uri="{BB962C8B-B14F-4D97-AF65-F5344CB8AC3E}">
        <p14:creationId xmlns:p14="http://schemas.microsoft.com/office/powerpoint/2010/main" val="18729042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>
          <a:extLst>
            <a:ext uri="{FF2B5EF4-FFF2-40B4-BE49-F238E27FC236}">
              <a16:creationId xmlns:a16="http://schemas.microsoft.com/office/drawing/2014/main" id="{A5E722BB-9444-0B67-EF19-E3581E7E9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c8da5ede62_0_167">
            <a:extLst>
              <a:ext uri="{FF2B5EF4-FFF2-40B4-BE49-F238E27FC236}">
                <a16:creationId xmlns:a16="http://schemas.microsoft.com/office/drawing/2014/main" id="{86E9DEC8-FF04-6724-BF2D-C83F914A8DF8}"/>
              </a:ext>
            </a:extLst>
          </p:cNvPr>
          <p:cNvSpPr txBox="1"/>
          <p:nvPr/>
        </p:nvSpPr>
        <p:spPr>
          <a:xfrm>
            <a:off x="-100" y="-25"/>
            <a:ext cx="20104200" cy="11309400"/>
          </a:xfrm>
          <a:prstGeom prst="rect">
            <a:avLst/>
          </a:prstGeom>
          <a:solidFill>
            <a:schemeClr val="lt1">
              <a:alpha val="97650"/>
            </a:schemeClr>
          </a:solidFill>
          <a:ln w="762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2" name="Google Shape;152;g2c8da5ede62_0_167">
            <a:extLst>
              <a:ext uri="{FF2B5EF4-FFF2-40B4-BE49-F238E27FC236}">
                <a16:creationId xmlns:a16="http://schemas.microsoft.com/office/drawing/2014/main" id="{336548D0-A9BF-05C4-41BF-4303455C92B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27598"/>
            <a:ext cx="20104100" cy="1130935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g2c8da5ede62_0_167">
            <a:extLst>
              <a:ext uri="{FF2B5EF4-FFF2-40B4-BE49-F238E27FC236}">
                <a16:creationId xmlns:a16="http://schemas.microsoft.com/office/drawing/2014/main" id="{EDEDD733-F2E8-FA91-8D1E-25AAD32F3DAF}"/>
              </a:ext>
            </a:extLst>
          </p:cNvPr>
          <p:cNvSpPr/>
          <p:nvPr/>
        </p:nvSpPr>
        <p:spPr>
          <a:xfrm>
            <a:off x="2982912" y="712787"/>
            <a:ext cx="57220" cy="57080"/>
          </a:xfrm>
          <a:custGeom>
            <a:avLst/>
            <a:gdLst/>
            <a:ahLst/>
            <a:cxnLst/>
            <a:rect l="l" t="t" r="r" b="b"/>
            <a:pathLst>
              <a:path w="56514" h="56515" extrusionOk="0">
                <a:moveTo>
                  <a:pt x="28145" y="0"/>
                </a:moveTo>
                <a:lnTo>
                  <a:pt x="17201" y="2207"/>
                </a:lnTo>
                <a:lnTo>
                  <a:pt x="8253" y="8227"/>
                </a:lnTo>
                <a:lnTo>
                  <a:pt x="2215" y="17157"/>
                </a:lnTo>
                <a:lnTo>
                  <a:pt x="0" y="28093"/>
                </a:lnTo>
                <a:lnTo>
                  <a:pt x="2215" y="39037"/>
                </a:lnTo>
                <a:lnTo>
                  <a:pt x="8253" y="47985"/>
                </a:lnTo>
                <a:lnTo>
                  <a:pt x="17201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3" y="50280"/>
                </a:lnTo>
                <a:lnTo>
                  <a:pt x="11109" y="45113"/>
                </a:lnTo>
                <a:lnTo>
                  <a:pt x="5952" y="37457"/>
                </a:lnTo>
                <a:lnTo>
                  <a:pt x="4062" y="28093"/>
                </a:lnTo>
                <a:lnTo>
                  <a:pt x="5952" y="18722"/>
                </a:lnTo>
                <a:lnTo>
                  <a:pt x="11109" y="11052"/>
                </a:lnTo>
                <a:lnTo>
                  <a:pt x="18763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 extrusionOk="0">
                <a:moveTo>
                  <a:pt x="41684" y="3968"/>
                </a:moveTo>
                <a:lnTo>
                  <a:pt x="28145" y="3968"/>
                </a:lnTo>
                <a:lnTo>
                  <a:pt x="37527" y="5870"/>
                </a:lnTo>
                <a:lnTo>
                  <a:pt x="45181" y="11052"/>
                </a:lnTo>
                <a:lnTo>
                  <a:pt x="50338" y="18722"/>
                </a:lnTo>
                <a:lnTo>
                  <a:pt x="52228" y="28093"/>
                </a:lnTo>
                <a:lnTo>
                  <a:pt x="50338" y="37457"/>
                </a:lnTo>
                <a:lnTo>
                  <a:pt x="45181" y="45113"/>
                </a:lnTo>
                <a:lnTo>
                  <a:pt x="37527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g2c8da5ede62_0_167">
            <a:extLst>
              <a:ext uri="{FF2B5EF4-FFF2-40B4-BE49-F238E27FC236}">
                <a16:creationId xmlns:a16="http://schemas.microsoft.com/office/drawing/2014/main" id="{193F006D-1738-ED83-86B0-CCBBC68ED10A}"/>
              </a:ext>
            </a:extLst>
          </p:cNvPr>
          <p:cNvSpPr/>
          <p:nvPr/>
        </p:nvSpPr>
        <p:spPr>
          <a:xfrm>
            <a:off x="2998787" y="725487"/>
            <a:ext cx="25400" cy="31750"/>
          </a:xfrm>
          <a:custGeom>
            <a:avLst/>
            <a:gdLst/>
            <a:ahLst/>
            <a:cxnLst/>
            <a:rect l="l" t="t" r="r" b="b"/>
            <a:pathLst>
              <a:path w="25400" h="31750" extrusionOk="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39" y="5329"/>
                </a:lnTo>
                <a:lnTo>
                  <a:pt x="2188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 extrusionOk="0">
                <a:moveTo>
                  <a:pt x="16472" y="18292"/>
                </a:moveTo>
                <a:lnTo>
                  <a:pt x="6837" y="18292"/>
                </a:lnTo>
                <a:lnTo>
                  <a:pt x="9727" y="18680"/>
                </a:lnTo>
                <a:lnTo>
                  <a:pt x="11465" y="19999"/>
                </a:lnTo>
                <a:lnTo>
                  <a:pt x="14470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 extrusionOk="0">
                <a:moveTo>
                  <a:pt x="22239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4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26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39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g2c8da5ede62_0_167">
            <a:extLst>
              <a:ext uri="{FF2B5EF4-FFF2-40B4-BE49-F238E27FC236}">
                <a16:creationId xmlns:a16="http://schemas.microsoft.com/office/drawing/2014/main" id="{B64B3EF2-7126-0069-93F5-E8272439B727}"/>
              </a:ext>
            </a:extLst>
          </p:cNvPr>
          <p:cNvSpPr txBox="1"/>
          <p:nvPr/>
        </p:nvSpPr>
        <p:spPr>
          <a:xfrm>
            <a:off x="1004887" y="10517187"/>
            <a:ext cx="4624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g2c8da5ede62_0_167">
            <a:extLst>
              <a:ext uri="{FF2B5EF4-FFF2-40B4-BE49-F238E27FC236}">
                <a16:creationId xmlns:a16="http://schemas.microsoft.com/office/drawing/2014/main" id="{A99FBB4D-0925-FD41-21FF-0B68D3619081}"/>
              </a:ext>
            </a:extLst>
          </p:cNvPr>
          <p:cNvSpPr txBox="1"/>
          <p:nvPr/>
        </p:nvSpPr>
        <p:spPr>
          <a:xfrm>
            <a:off x="6835775" y="10517187"/>
            <a:ext cx="6432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Department of ECE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g2c8da5ede62_0_167">
            <a:extLst>
              <a:ext uri="{FF2B5EF4-FFF2-40B4-BE49-F238E27FC236}">
                <a16:creationId xmlns:a16="http://schemas.microsoft.com/office/drawing/2014/main" id="{F72FD8E8-D96D-BA1A-C03D-09492E6AAFDF}"/>
              </a:ext>
            </a:extLst>
          </p:cNvPr>
          <p:cNvSpPr txBox="1"/>
          <p:nvPr/>
        </p:nvSpPr>
        <p:spPr>
          <a:xfrm>
            <a:off x="14474825" y="10517187"/>
            <a:ext cx="4624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</a:pPr>
            <a:fld id="{00000000-1234-1234-1234-123412341234}" type="slidenum">
              <a:rPr lang="en-US" sz="18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839A20-6CCC-3679-C63C-224AD71D4BBD}"/>
              </a:ext>
            </a:extLst>
          </p:cNvPr>
          <p:cNvSpPr txBox="1"/>
          <p:nvPr/>
        </p:nvSpPr>
        <p:spPr>
          <a:xfrm>
            <a:off x="7096915" y="2191789"/>
            <a:ext cx="5598380" cy="63094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500" b="1">
                <a:solidFill>
                  <a:srgbClr val="002060"/>
                </a:solidFill>
                <a:latin typeface="Bookman Old Style"/>
                <a:ea typeface="Calibri"/>
                <a:cs typeface="Calibri"/>
              </a:rPr>
              <a:t>Simulation in Vivado </a:t>
            </a: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9EE5758B-8FE4-3493-2755-30CCE350EAD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899650" y="550227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90BE6F5-37C1-A40D-0DFE-2E89896351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0237" y="3015251"/>
            <a:ext cx="14068425" cy="7953375"/>
          </a:xfrm>
          <a:prstGeom prst="rect">
            <a:avLst/>
          </a:prstGeom>
        </p:spPr>
      </p:pic>
      <p:sp>
        <p:nvSpPr>
          <p:cNvPr id="4" name="Google Shape;203;p8">
            <a:extLst>
              <a:ext uri="{FF2B5EF4-FFF2-40B4-BE49-F238E27FC236}">
                <a16:creationId xmlns:a16="http://schemas.microsoft.com/office/drawing/2014/main" id="{F222049A-E311-594B-3EFC-49B9FEF96BDB}"/>
              </a:ext>
            </a:extLst>
          </p:cNvPr>
          <p:cNvSpPr txBox="1"/>
          <p:nvPr/>
        </p:nvSpPr>
        <p:spPr>
          <a:xfrm>
            <a:off x="5003212" y="754524"/>
            <a:ext cx="10172501" cy="1889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algn="ctr"/>
            <a:r>
              <a:rPr lang="en-US" sz="5400" b="1" dirty="0">
                <a:solidFill>
                  <a:srgbClr val="C00000"/>
                </a:solidFill>
                <a:latin typeface="Bookman Old Style"/>
                <a:ea typeface="Calibri"/>
                <a:cs typeface="Calibri"/>
                <a:sym typeface="Calibri"/>
              </a:rPr>
              <a:t>Results</a:t>
            </a:r>
            <a:endParaRPr lang="en-US" dirty="0"/>
          </a:p>
          <a:p>
            <a:pPr marL="12700"/>
            <a:br>
              <a:rPr lang="en-US" dirty="0">
                <a:sym typeface="Calibri"/>
              </a:rPr>
            </a:br>
            <a:endParaRPr lang="en-US" sz="5400"/>
          </a:p>
        </p:txBody>
      </p:sp>
    </p:spTree>
    <p:extLst>
      <p:ext uri="{BB962C8B-B14F-4D97-AF65-F5344CB8AC3E}">
        <p14:creationId xmlns:p14="http://schemas.microsoft.com/office/powerpoint/2010/main" val="27197719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>
          <a:extLst>
            <a:ext uri="{FF2B5EF4-FFF2-40B4-BE49-F238E27FC236}">
              <a16:creationId xmlns:a16="http://schemas.microsoft.com/office/drawing/2014/main" id="{B9538E27-0BE2-B1B8-81AA-057BF14FF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c8da5ede62_0_167">
            <a:extLst>
              <a:ext uri="{FF2B5EF4-FFF2-40B4-BE49-F238E27FC236}">
                <a16:creationId xmlns:a16="http://schemas.microsoft.com/office/drawing/2014/main" id="{014F4B1C-94A8-E76C-908A-03AD3456D6F4}"/>
              </a:ext>
            </a:extLst>
          </p:cNvPr>
          <p:cNvSpPr txBox="1"/>
          <p:nvPr/>
        </p:nvSpPr>
        <p:spPr>
          <a:xfrm>
            <a:off x="-100" y="-25"/>
            <a:ext cx="20104200" cy="11309400"/>
          </a:xfrm>
          <a:prstGeom prst="rect">
            <a:avLst/>
          </a:prstGeom>
          <a:solidFill>
            <a:schemeClr val="lt1">
              <a:alpha val="97650"/>
            </a:schemeClr>
          </a:solidFill>
          <a:ln w="762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2" name="Google Shape;152;g2c8da5ede62_0_167">
            <a:extLst>
              <a:ext uri="{FF2B5EF4-FFF2-40B4-BE49-F238E27FC236}">
                <a16:creationId xmlns:a16="http://schemas.microsoft.com/office/drawing/2014/main" id="{13400A9C-DA7A-49F1-6DA0-407251EA2D4D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100" y="27598"/>
            <a:ext cx="20104100" cy="1130935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g2c8da5ede62_0_167">
            <a:extLst>
              <a:ext uri="{FF2B5EF4-FFF2-40B4-BE49-F238E27FC236}">
                <a16:creationId xmlns:a16="http://schemas.microsoft.com/office/drawing/2014/main" id="{585760A2-D712-DAAF-CEF6-723A67B9CCEA}"/>
              </a:ext>
            </a:extLst>
          </p:cNvPr>
          <p:cNvSpPr/>
          <p:nvPr/>
        </p:nvSpPr>
        <p:spPr>
          <a:xfrm>
            <a:off x="2982912" y="712787"/>
            <a:ext cx="57220" cy="57080"/>
          </a:xfrm>
          <a:custGeom>
            <a:avLst/>
            <a:gdLst/>
            <a:ahLst/>
            <a:cxnLst/>
            <a:rect l="l" t="t" r="r" b="b"/>
            <a:pathLst>
              <a:path w="56514" h="56515" extrusionOk="0">
                <a:moveTo>
                  <a:pt x="28145" y="0"/>
                </a:moveTo>
                <a:lnTo>
                  <a:pt x="17201" y="2207"/>
                </a:lnTo>
                <a:lnTo>
                  <a:pt x="8253" y="8227"/>
                </a:lnTo>
                <a:lnTo>
                  <a:pt x="2215" y="17157"/>
                </a:lnTo>
                <a:lnTo>
                  <a:pt x="0" y="28093"/>
                </a:lnTo>
                <a:lnTo>
                  <a:pt x="2215" y="39037"/>
                </a:lnTo>
                <a:lnTo>
                  <a:pt x="8253" y="47985"/>
                </a:lnTo>
                <a:lnTo>
                  <a:pt x="17201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3" y="50280"/>
                </a:lnTo>
                <a:lnTo>
                  <a:pt x="11109" y="45113"/>
                </a:lnTo>
                <a:lnTo>
                  <a:pt x="5952" y="37457"/>
                </a:lnTo>
                <a:lnTo>
                  <a:pt x="4062" y="28093"/>
                </a:lnTo>
                <a:lnTo>
                  <a:pt x="5952" y="18722"/>
                </a:lnTo>
                <a:lnTo>
                  <a:pt x="11109" y="11052"/>
                </a:lnTo>
                <a:lnTo>
                  <a:pt x="18763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 extrusionOk="0">
                <a:moveTo>
                  <a:pt x="41684" y="3968"/>
                </a:moveTo>
                <a:lnTo>
                  <a:pt x="28145" y="3968"/>
                </a:lnTo>
                <a:lnTo>
                  <a:pt x="37527" y="5870"/>
                </a:lnTo>
                <a:lnTo>
                  <a:pt x="45181" y="11052"/>
                </a:lnTo>
                <a:lnTo>
                  <a:pt x="50338" y="18722"/>
                </a:lnTo>
                <a:lnTo>
                  <a:pt x="52228" y="28093"/>
                </a:lnTo>
                <a:lnTo>
                  <a:pt x="50338" y="37457"/>
                </a:lnTo>
                <a:lnTo>
                  <a:pt x="45181" y="45113"/>
                </a:lnTo>
                <a:lnTo>
                  <a:pt x="37527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g2c8da5ede62_0_167">
            <a:extLst>
              <a:ext uri="{FF2B5EF4-FFF2-40B4-BE49-F238E27FC236}">
                <a16:creationId xmlns:a16="http://schemas.microsoft.com/office/drawing/2014/main" id="{B35A1019-C501-2885-7831-89C463B0AA75}"/>
              </a:ext>
            </a:extLst>
          </p:cNvPr>
          <p:cNvSpPr/>
          <p:nvPr/>
        </p:nvSpPr>
        <p:spPr>
          <a:xfrm>
            <a:off x="2998787" y="725487"/>
            <a:ext cx="25400" cy="31750"/>
          </a:xfrm>
          <a:custGeom>
            <a:avLst/>
            <a:gdLst/>
            <a:ahLst/>
            <a:cxnLst/>
            <a:rect l="l" t="t" r="r" b="b"/>
            <a:pathLst>
              <a:path w="25400" h="31750" extrusionOk="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39" y="5329"/>
                </a:lnTo>
                <a:lnTo>
                  <a:pt x="2188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 extrusionOk="0">
                <a:moveTo>
                  <a:pt x="16472" y="18292"/>
                </a:moveTo>
                <a:lnTo>
                  <a:pt x="6837" y="18292"/>
                </a:lnTo>
                <a:lnTo>
                  <a:pt x="9727" y="18680"/>
                </a:lnTo>
                <a:lnTo>
                  <a:pt x="11465" y="19999"/>
                </a:lnTo>
                <a:lnTo>
                  <a:pt x="14470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 extrusionOk="0">
                <a:moveTo>
                  <a:pt x="22239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4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26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39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g2c8da5ede62_0_167">
            <a:extLst>
              <a:ext uri="{FF2B5EF4-FFF2-40B4-BE49-F238E27FC236}">
                <a16:creationId xmlns:a16="http://schemas.microsoft.com/office/drawing/2014/main" id="{4A5D1491-E32D-2DD2-29B0-49684574A697}"/>
              </a:ext>
            </a:extLst>
          </p:cNvPr>
          <p:cNvSpPr txBox="1"/>
          <p:nvPr/>
        </p:nvSpPr>
        <p:spPr>
          <a:xfrm>
            <a:off x="1004887" y="10517187"/>
            <a:ext cx="4624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g2c8da5ede62_0_167">
            <a:extLst>
              <a:ext uri="{FF2B5EF4-FFF2-40B4-BE49-F238E27FC236}">
                <a16:creationId xmlns:a16="http://schemas.microsoft.com/office/drawing/2014/main" id="{55B72A7A-0922-96FA-D02F-9D064A212C83}"/>
              </a:ext>
            </a:extLst>
          </p:cNvPr>
          <p:cNvSpPr txBox="1"/>
          <p:nvPr/>
        </p:nvSpPr>
        <p:spPr>
          <a:xfrm>
            <a:off x="6835775" y="10517187"/>
            <a:ext cx="6432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Department of ECE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g2c8da5ede62_0_167">
            <a:extLst>
              <a:ext uri="{FF2B5EF4-FFF2-40B4-BE49-F238E27FC236}">
                <a16:creationId xmlns:a16="http://schemas.microsoft.com/office/drawing/2014/main" id="{F119D158-30E7-E12E-CA64-CAECBF7D2EF8}"/>
              </a:ext>
            </a:extLst>
          </p:cNvPr>
          <p:cNvSpPr txBox="1"/>
          <p:nvPr/>
        </p:nvSpPr>
        <p:spPr>
          <a:xfrm>
            <a:off x="14474825" y="10517187"/>
            <a:ext cx="4624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</a:pPr>
            <a:fld id="{00000000-1234-1234-1234-123412341234}" type="slidenum">
              <a:rPr lang="en-US" sz="18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984C58-12C7-8934-8447-9AE49DEC8A66}"/>
              </a:ext>
            </a:extLst>
          </p:cNvPr>
          <p:cNvSpPr txBox="1"/>
          <p:nvPr/>
        </p:nvSpPr>
        <p:spPr>
          <a:xfrm>
            <a:off x="6869320" y="2016771"/>
            <a:ext cx="5598380" cy="63094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500" b="1">
                <a:solidFill>
                  <a:srgbClr val="002060"/>
                </a:solidFill>
                <a:latin typeface="Bookman Old Style"/>
                <a:ea typeface="Calibri"/>
                <a:cs typeface="Calibri"/>
              </a:rPr>
              <a:t>Simulation in Vivado </a:t>
            </a: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A38AF94C-EFED-617A-8E23-39153510A64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899650" y="550227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" name="vivado results">
            <a:hlinkClick r:id="" action="ppaction://media"/>
            <a:extLst>
              <a:ext uri="{FF2B5EF4-FFF2-40B4-BE49-F238E27FC236}">
                <a16:creationId xmlns:a16="http://schemas.microsoft.com/office/drawing/2014/main" id="{9958FFC1-F09E-F060-3CDA-5F7D3E7DC03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2934569" y="3013436"/>
            <a:ext cx="13471106" cy="7158286"/>
          </a:xfrm>
          <a:prstGeom prst="rect">
            <a:avLst/>
          </a:prstGeom>
        </p:spPr>
      </p:pic>
      <p:sp>
        <p:nvSpPr>
          <p:cNvPr id="7" name="Google Shape;203;p8">
            <a:extLst>
              <a:ext uri="{FF2B5EF4-FFF2-40B4-BE49-F238E27FC236}">
                <a16:creationId xmlns:a16="http://schemas.microsoft.com/office/drawing/2014/main" id="{4C8276D2-D245-2230-63DA-8D4F752C1AD6}"/>
              </a:ext>
            </a:extLst>
          </p:cNvPr>
          <p:cNvSpPr txBox="1"/>
          <p:nvPr/>
        </p:nvSpPr>
        <p:spPr>
          <a:xfrm>
            <a:off x="4933163" y="754524"/>
            <a:ext cx="10242550" cy="1889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algn="ctr"/>
            <a:r>
              <a:rPr lang="en-US" sz="5400" b="1" dirty="0">
                <a:solidFill>
                  <a:srgbClr val="C00000"/>
                </a:solidFill>
                <a:latin typeface="Bookman Old Style"/>
                <a:ea typeface="Calibri"/>
                <a:cs typeface="Calibri"/>
                <a:sym typeface="Calibri"/>
              </a:rPr>
              <a:t>Results</a:t>
            </a:r>
            <a:endParaRPr lang="en-US" dirty="0"/>
          </a:p>
          <a:p>
            <a:pPr marL="12700"/>
            <a:br>
              <a:rPr lang="en-US" dirty="0">
                <a:sym typeface="Calibri"/>
              </a:rPr>
            </a:br>
            <a:endParaRPr lang="en-US" sz="5400"/>
          </a:p>
        </p:txBody>
      </p:sp>
    </p:spTree>
    <p:extLst>
      <p:ext uri="{BB962C8B-B14F-4D97-AF65-F5344CB8AC3E}">
        <p14:creationId xmlns:p14="http://schemas.microsoft.com/office/powerpoint/2010/main" val="1325797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165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>
          <a:extLst>
            <a:ext uri="{FF2B5EF4-FFF2-40B4-BE49-F238E27FC236}">
              <a16:creationId xmlns:a16="http://schemas.microsoft.com/office/drawing/2014/main" id="{85118A53-B68E-7599-6C7B-5F0D2B7E5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c8da5ede62_0_167">
            <a:extLst>
              <a:ext uri="{FF2B5EF4-FFF2-40B4-BE49-F238E27FC236}">
                <a16:creationId xmlns:a16="http://schemas.microsoft.com/office/drawing/2014/main" id="{207022E1-BB32-426F-2CE2-2D88E8B273D2}"/>
              </a:ext>
            </a:extLst>
          </p:cNvPr>
          <p:cNvSpPr txBox="1"/>
          <p:nvPr/>
        </p:nvSpPr>
        <p:spPr>
          <a:xfrm>
            <a:off x="-100" y="-25"/>
            <a:ext cx="20104200" cy="11309400"/>
          </a:xfrm>
          <a:prstGeom prst="rect">
            <a:avLst/>
          </a:prstGeom>
          <a:solidFill>
            <a:schemeClr val="lt1">
              <a:alpha val="97650"/>
            </a:schemeClr>
          </a:solidFill>
          <a:ln w="762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2" name="Google Shape;152;g2c8da5ede62_0_167">
            <a:extLst>
              <a:ext uri="{FF2B5EF4-FFF2-40B4-BE49-F238E27FC236}">
                <a16:creationId xmlns:a16="http://schemas.microsoft.com/office/drawing/2014/main" id="{463FAEA6-A578-F661-7915-5B799DDA5F3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27598"/>
            <a:ext cx="20104100" cy="1130935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g2c8da5ede62_0_167">
            <a:extLst>
              <a:ext uri="{FF2B5EF4-FFF2-40B4-BE49-F238E27FC236}">
                <a16:creationId xmlns:a16="http://schemas.microsoft.com/office/drawing/2014/main" id="{E556B72E-966D-B3C9-89AA-BA03100568AF}"/>
              </a:ext>
            </a:extLst>
          </p:cNvPr>
          <p:cNvSpPr/>
          <p:nvPr/>
        </p:nvSpPr>
        <p:spPr>
          <a:xfrm>
            <a:off x="2982912" y="712787"/>
            <a:ext cx="57220" cy="57080"/>
          </a:xfrm>
          <a:custGeom>
            <a:avLst/>
            <a:gdLst/>
            <a:ahLst/>
            <a:cxnLst/>
            <a:rect l="l" t="t" r="r" b="b"/>
            <a:pathLst>
              <a:path w="56514" h="56515" extrusionOk="0">
                <a:moveTo>
                  <a:pt x="28145" y="0"/>
                </a:moveTo>
                <a:lnTo>
                  <a:pt x="17201" y="2207"/>
                </a:lnTo>
                <a:lnTo>
                  <a:pt x="8253" y="8227"/>
                </a:lnTo>
                <a:lnTo>
                  <a:pt x="2215" y="17157"/>
                </a:lnTo>
                <a:lnTo>
                  <a:pt x="0" y="28093"/>
                </a:lnTo>
                <a:lnTo>
                  <a:pt x="2215" y="39037"/>
                </a:lnTo>
                <a:lnTo>
                  <a:pt x="8253" y="47985"/>
                </a:lnTo>
                <a:lnTo>
                  <a:pt x="17201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3" y="50280"/>
                </a:lnTo>
                <a:lnTo>
                  <a:pt x="11109" y="45113"/>
                </a:lnTo>
                <a:lnTo>
                  <a:pt x="5952" y="37457"/>
                </a:lnTo>
                <a:lnTo>
                  <a:pt x="4062" y="28093"/>
                </a:lnTo>
                <a:lnTo>
                  <a:pt x="5952" y="18722"/>
                </a:lnTo>
                <a:lnTo>
                  <a:pt x="11109" y="11052"/>
                </a:lnTo>
                <a:lnTo>
                  <a:pt x="18763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 extrusionOk="0">
                <a:moveTo>
                  <a:pt x="41684" y="3968"/>
                </a:moveTo>
                <a:lnTo>
                  <a:pt x="28145" y="3968"/>
                </a:lnTo>
                <a:lnTo>
                  <a:pt x="37527" y="5870"/>
                </a:lnTo>
                <a:lnTo>
                  <a:pt x="45181" y="11052"/>
                </a:lnTo>
                <a:lnTo>
                  <a:pt x="50338" y="18722"/>
                </a:lnTo>
                <a:lnTo>
                  <a:pt x="52228" y="28093"/>
                </a:lnTo>
                <a:lnTo>
                  <a:pt x="50338" y="37457"/>
                </a:lnTo>
                <a:lnTo>
                  <a:pt x="45181" y="45113"/>
                </a:lnTo>
                <a:lnTo>
                  <a:pt x="37527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g2c8da5ede62_0_167">
            <a:extLst>
              <a:ext uri="{FF2B5EF4-FFF2-40B4-BE49-F238E27FC236}">
                <a16:creationId xmlns:a16="http://schemas.microsoft.com/office/drawing/2014/main" id="{4E6E22FF-6CBE-FE89-04A2-9F977B994A79}"/>
              </a:ext>
            </a:extLst>
          </p:cNvPr>
          <p:cNvSpPr/>
          <p:nvPr/>
        </p:nvSpPr>
        <p:spPr>
          <a:xfrm>
            <a:off x="2998787" y="725487"/>
            <a:ext cx="25400" cy="31750"/>
          </a:xfrm>
          <a:custGeom>
            <a:avLst/>
            <a:gdLst/>
            <a:ahLst/>
            <a:cxnLst/>
            <a:rect l="l" t="t" r="r" b="b"/>
            <a:pathLst>
              <a:path w="25400" h="31750" extrusionOk="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39" y="5329"/>
                </a:lnTo>
                <a:lnTo>
                  <a:pt x="2188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 extrusionOk="0">
                <a:moveTo>
                  <a:pt x="16472" y="18292"/>
                </a:moveTo>
                <a:lnTo>
                  <a:pt x="6837" y="18292"/>
                </a:lnTo>
                <a:lnTo>
                  <a:pt x="9727" y="18680"/>
                </a:lnTo>
                <a:lnTo>
                  <a:pt x="11465" y="19999"/>
                </a:lnTo>
                <a:lnTo>
                  <a:pt x="14470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 extrusionOk="0">
                <a:moveTo>
                  <a:pt x="22239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4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26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39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g2c8da5ede62_0_167">
            <a:extLst>
              <a:ext uri="{FF2B5EF4-FFF2-40B4-BE49-F238E27FC236}">
                <a16:creationId xmlns:a16="http://schemas.microsoft.com/office/drawing/2014/main" id="{9653C816-E48F-7478-240F-65452762F25A}"/>
              </a:ext>
            </a:extLst>
          </p:cNvPr>
          <p:cNvSpPr txBox="1"/>
          <p:nvPr/>
        </p:nvSpPr>
        <p:spPr>
          <a:xfrm>
            <a:off x="1004887" y="10517187"/>
            <a:ext cx="4624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g2c8da5ede62_0_167">
            <a:extLst>
              <a:ext uri="{FF2B5EF4-FFF2-40B4-BE49-F238E27FC236}">
                <a16:creationId xmlns:a16="http://schemas.microsoft.com/office/drawing/2014/main" id="{A1481C35-D2F1-2C96-E16C-C36CF38145A6}"/>
              </a:ext>
            </a:extLst>
          </p:cNvPr>
          <p:cNvSpPr txBox="1"/>
          <p:nvPr/>
        </p:nvSpPr>
        <p:spPr>
          <a:xfrm>
            <a:off x="6835775" y="10517187"/>
            <a:ext cx="6432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Department of ECE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g2c8da5ede62_0_167">
            <a:extLst>
              <a:ext uri="{FF2B5EF4-FFF2-40B4-BE49-F238E27FC236}">
                <a16:creationId xmlns:a16="http://schemas.microsoft.com/office/drawing/2014/main" id="{463A8081-09AC-26C7-4892-A354C4794273}"/>
              </a:ext>
            </a:extLst>
          </p:cNvPr>
          <p:cNvSpPr txBox="1"/>
          <p:nvPr/>
        </p:nvSpPr>
        <p:spPr>
          <a:xfrm>
            <a:off x="14474825" y="10517187"/>
            <a:ext cx="4624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</a:pPr>
            <a:fld id="{00000000-1234-1234-1234-123412341234}" type="slidenum">
              <a:rPr lang="en-US" sz="18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E85D71-A32D-7007-9680-6C9073402210}"/>
              </a:ext>
            </a:extLst>
          </p:cNvPr>
          <p:cNvSpPr txBox="1"/>
          <p:nvPr/>
        </p:nvSpPr>
        <p:spPr>
          <a:xfrm>
            <a:off x="1336992" y="2328530"/>
            <a:ext cx="18369084" cy="17081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500" b="1">
                <a:solidFill>
                  <a:srgbClr val="002060"/>
                </a:solidFill>
                <a:latin typeface="Bookman Old Style"/>
                <a:ea typeface="Calibri"/>
                <a:cs typeface="Calibri"/>
              </a:rPr>
              <a:t>CASE 1 : Input String (1) - </a:t>
            </a:r>
            <a:r>
              <a:rPr lang="en-US" sz="3500">
                <a:solidFill>
                  <a:srgbClr val="002060"/>
                </a:solidFill>
                <a:latin typeface="Bookman Old Style"/>
                <a:ea typeface="Calibri"/>
                <a:cs typeface="Calibri"/>
              </a:rPr>
              <a:t>AAAAAAAAAAAAAAAA</a:t>
            </a:r>
            <a:endParaRPr lang="en-US"/>
          </a:p>
          <a:p>
            <a:r>
              <a:rPr lang="en-US" sz="3500" b="1">
                <a:solidFill>
                  <a:srgbClr val="002060"/>
                </a:solidFill>
                <a:latin typeface="Bookman Old Style"/>
                <a:ea typeface="Calibri"/>
                <a:cs typeface="Calibri"/>
              </a:rPr>
              <a:t>              Input String (2) - </a:t>
            </a:r>
            <a:r>
              <a:rPr lang="en-US" sz="3500" dirty="0">
                <a:solidFill>
                  <a:srgbClr val="002060"/>
                </a:solidFill>
                <a:latin typeface="Bookman Old Style"/>
                <a:ea typeface="Calibri"/>
                <a:cs typeface="Calibri"/>
              </a:rPr>
              <a:t>AAAAAAAAAAAAAAAA</a:t>
            </a:r>
          </a:p>
          <a:p>
            <a:endParaRPr lang="en-US" sz="3500" b="1" dirty="0">
              <a:solidFill>
                <a:srgbClr val="002060"/>
              </a:solidFill>
              <a:latin typeface="Bookman Old Style"/>
              <a:ea typeface="Calibri"/>
              <a:cs typeface="Calibri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3F59F295-0EFD-7278-530D-B94AA0E539A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899650" y="550227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74807B2-B918-7C2A-EDF8-4DA0E34304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0361" y="4202548"/>
            <a:ext cx="9475249" cy="615315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A8301F6C-A787-E4C5-E54C-71A11014A855}"/>
                  </a:ext>
                </a:extLst>
              </p14:cNvPr>
              <p14:cNvContentPartPr/>
              <p14:nvPr/>
            </p14:nvContentPartPr>
            <p14:xfrm>
              <a:off x="7081955" y="2199554"/>
              <a:ext cx="19027" cy="19027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A8301F6C-A787-E4C5-E54C-71A11014A85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149632" y="1248204"/>
                <a:ext cx="1902700" cy="19027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54FD9A27-6B89-A835-AE64-A66AF0EB4975}"/>
                  </a:ext>
                </a:extLst>
              </p14:cNvPr>
              <p14:cNvContentPartPr/>
              <p14:nvPr/>
            </p14:nvContentPartPr>
            <p14:xfrm>
              <a:off x="7005846" y="3371634"/>
              <a:ext cx="19027" cy="19027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54FD9A27-6B89-A835-AE64-A66AF0EB497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054496" y="2420284"/>
                <a:ext cx="1902700" cy="19027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Google Shape;203;p8">
            <a:extLst>
              <a:ext uri="{FF2B5EF4-FFF2-40B4-BE49-F238E27FC236}">
                <a16:creationId xmlns:a16="http://schemas.microsoft.com/office/drawing/2014/main" id="{3F62F435-7583-2ACD-CA7A-9E4F012499C0}"/>
              </a:ext>
            </a:extLst>
          </p:cNvPr>
          <p:cNvSpPr txBox="1"/>
          <p:nvPr/>
        </p:nvSpPr>
        <p:spPr>
          <a:xfrm>
            <a:off x="4933163" y="754524"/>
            <a:ext cx="10242550" cy="1889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algn="ctr"/>
            <a:r>
              <a:rPr lang="en-US" sz="5400" b="1" dirty="0">
                <a:solidFill>
                  <a:srgbClr val="C00000"/>
                </a:solidFill>
                <a:latin typeface="Bookman Old Style"/>
                <a:ea typeface="Calibri"/>
                <a:cs typeface="Calibri"/>
                <a:sym typeface="Calibri"/>
              </a:rPr>
              <a:t>Results</a:t>
            </a:r>
            <a:endParaRPr lang="en-US" dirty="0"/>
          </a:p>
          <a:p>
            <a:pPr marL="12700"/>
            <a:br>
              <a:rPr lang="en-US" dirty="0">
                <a:sym typeface="Calibri"/>
              </a:rPr>
            </a:br>
            <a:endParaRPr lang="en-US" sz="5400"/>
          </a:p>
        </p:txBody>
      </p:sp>
    </p:spTree>
    <p:extLst>
      <p:ext uri="{BB962C8B-B14F-4D97-AF65-F5344CB8AC3E}">
        <p14:creationId xmlns:p14="http://schemas.microsoft.com/office/powerpoint/2010/main" val="13016149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>
          <a:extLst>
            <a:ext uri="{FF2B5EF4-FFF2-40B4-BE49-F238E27FC236}">
              <a16:creationId xmlns:a16="http://schemas.microsoft.com/office/drawing/2014/main" id="{622FACF1-5DE3-E9AB-269D-9663F8A4B8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c8da5ede62_0_167">
            <a:extLst>
              <a:ext uri="{FF2B5EF4-FFF2-40B4-BE49-F238E27FC236}">
                <a16:creationId xmlns:a16="http://schemas.microsoft.com/office/drawing/2014/main" id="{E0562624-305B-CDDC-FABB-98BC9E559532}"/>
              </a:ext>
            </a:extLst>
          </p:cNvPr>
          <p:cNvSpPr txBox="1"/>
          <p:nvPr/>
        </p:nvSpPr>
        <p:spPr>
          <a:xfrm>
            <a:off x="-100" y="-25"/>
            <a:ext cx="20104200" cy="11309400"/>
          </a:xfrm>
          <a:prstGeom prst="rect">
            <a:avLst/>
          </a:prstGeom>
          <a:solidFill>
            <a:schemeClr val="lt1">
              <a:alpha val="97650"/>
            </a:schemeClr>
          </a:solidFill>
          <a:ln w="762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2" name="Google Shape;152;g2c8da5ede62_0_167">
            <a:extLst>
              <a:ext uri="{FF2B5EF4-FFF2-40B4-BE49-F238E27FC236}">
                <a16:creationId xmlns:a16="http://schemas.microsoft.com/office/drawing/2014/main" id="{F3EBF2DA-EED2-D0A7-FD42-18D02A35A07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27598"/>
            <a:ext cx="20104100" cy="1130935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g2c8da5ede62_0_167">
            <a:extLst>
              <a:ext uri="{FF2B5EF4-FFF2-40B4-BE49-F238E27FC236}">
                <a16:creationId xmlns:a16="http://schemas.microsoft.com/office/drawing/2014/main" id="{FBE197E2-3536-9F47-4B14-1EB84CF8281E}"/>
              </a:ext>
            </a:extLst>
          </p:cNvPr>
          <p:cNvSpPr/>
          <p:nvPr/>
        </p:nvSpPr>
        <p:spPr>
          <a:xfrm>
            <a:off x="2982912" y="712787"/>
            <a:ext cx="57220" cy="57080"/>
          </a:xfrm>
          <a:custGeom>
            <a:avLst/>
            <a:gdLst/>
            <a:ahLst/>
            <a:cxnLst/>
            <a:rect l="l" t="t" r="r" b="b"/>
            <a:pathLst>
              <a:path w="56514" h="56515" extrusionOk="0">
                <a:moveTo>
                  <a:pt x="28145" y="0"/>
                </a:moveTo>
                <a:lnTo>
                  <a:pt x="17201" y="2207"/>
                </a:lnTo>
                <a:lnTo>
                  <a:pt x="8253" y="8227"/>
                </a:lnTo>
                <a:lnTo>
                  <a:pt x="2215" y="17157"/>
                </a:lnTo>
                <a:lnTo>
                  <a:pt x="0" y="28093"/>
                </a:lnTo>
                <a:lnTo>
                  <a:pt x="2215" y="39037"/>
                </a:lnTo>
                <a:lnTo>
                  <a:pt x="8253" y="47985"/>
                </a:lnTo>
                <a:lnTo>
                  <a:pt x="17201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3" y="50280"/>
                </a:lnTo>
                <a:lnTo>
                  <a:pt x="11109" y="45113"/>
                </a:lnTo>
                <a:lnTo>
                  <a:pt x="5952" y="37457"/>
                </a:lnTo>
                <a:lnTo>
                  <a:pt x="4062" y="28093"/>
                </a:lnTo>
                <a:lnTo>
                  <a:pt x="5952" y="18722"/>
                </a:lnTo>
                <a:lnTo>
                  <a:pt x="11109" y="11052"/>
                </a:lnTo>
                <a:lnTo>
                  <a:pt x="18763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 extrusionOk="0">
                <a:moveTo>
                  <a:pt x="41684" y="3968"/>
                </a:moveTo>
                <a:lnTo>
                  <a:pt x="28145" y="3968"/>
                </a:lnTo>
                <a:lnTo>
                  <a:pt x="37527" y="5870"/>
                </a:lnTo>
                <a:lnTo>
                  <a:pt x="45181" y="11052"/>
                </a:lnTo>
                <a:lnTo>
                  <a:pt x="50338" y="18722"/>
                </a:lnTo>
                <a:lnTo>
                  <a:pt x="52228" y="28093"/>
                </a:lnTo>
                <a:lnTo>
                  <a:pt x="50338" y="37457"/>
                </a:lnTo>
                <a:lnTo>
                  <a:pt x="45181" y="45113"/>
                </a:lnTo>
                <a:lnTo>
                  <a:pt x="37527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g2c8da5ede62_0_167">
            <a:extLst>
              <a:ext uri="{FF2B5EF4-FFF2-40B4-BE49-F238E27FC236}">
                <a16:creationId xmlns:a16="http://schemas.microsoft.com/office/drawing/2014/main" id="{DFF5F38F-9D4F-52DB-B5CE-D9538808B4B9}"/>
              </a:ext>
            </a:extLst>
          </p:cNvPr>
          <p:cNvSpPr/>
          <p:nvPr/>
        </p:nvSpPr>
        <p:spPr>
          <a:xfrm>
            <a:off x="2998787" y="725487"/>
            <a:ext cx="25400" cy="31750"/>
          </a:xfrm>
          <a:custGeom>
            <a:avLst/>
            <a:gdLst/>
            <a:ahLst/>
            <a:cxnLst/>
            <a:rect l="l" t="t" r="r" b="b"/>
            <a:pathLst>
              <a:path w="25400" h="31750" extrusionOk="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39" y="5329"/>
                </a:lnTo>
                <a:lnTo>
                  <a:pt x="2188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 extrusionOk="0">
                <a:moveTo>
                  <a:pt x="16472" y="18292"/>
                </a:moveTo>
                <a:lnTo>
                  <a:pt x="6837" y="18292"/>
                </a:lnTo>
                <a:lnTo>
                  <a:pt x="9727" y="18680"/>
                </a:lnTo>
                <a:lnTo>
                  <a:pt x="11465" y="19999"/>
                </a:lnTo>
                <a:lnTo>
                  <a:pt x="14470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 extrusionOk="0">
                <a:moveTo>
                  <a:pt x="22239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4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26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39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g2c8da5ede62_0_167">
            <a:extLst>
              <a:ext uri="{FF2B5EF4-FFF2-40B4-BE49-F238E27FC236}">
                <a16:creationId xmlns:a16="http://schemas.microsoft.com/office/drawing/2014/main" id="{105DE493-7E84-82C2-1AA3-5FC73FF50361}"/>
              </a:ext>
            </a:extLst>
          </p:cNvPr>
          <p:cNvSpPr txBox="1"/>
          <p:nvPr/>
        </p:nvSpPr>
        <p:spPr>
          <a:xfrm>
            <a:off x="1004887" y="10517187"/>
            <a:ext cx="4624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g2c8da5ede62_0_167">
            <a:extLst>
              <a:ext uri="{FF2B5EF4-FFF2-40B4-BE49-F238E27FC236}">
                <a16:creationId xmlns:a16="http://schemas.microsoft.com/office/drawing/2014/main" id="{7EE0EE33-B9FC-3EFA-17FC-F7F7FAB617F2}"/>
              </a:ext>
            </a:extLst>
          </p:cNvPr>
          <p:cNvSpPr txBox="1"/>
          <p:nvPr/>
        </p:nvSpPr>
        <p:spPr>
          <a:xfrm>
            <a:off x="6835775" y="10517187"/>
            <a:ext cx="6432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Department of ECE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g2c8da5ede62_0_167">
            <a:extLst>
              <a:ext uri="{FF2B5EF4-FFF2-40B4-BE49-F238E27FC236}">
                <a16:creationId xmlns:a16="http://schemas.microsoft.com/office/drawing/2014/main" id="{E3C0A70B-2B4D-02A2-A992-4D80B7538D7F}"/>
              </a:ext>
            </a:extLst>
          </p:cNvPr>
          <p:cNvSpPr txBox="1"/>
          <p:nvPr/>
        </p:nvSpPr>
        <p:spPr>
          <a:xfrm>
            <a:off x="14474825" y="10517187"/>
            <a:ext cx="4624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</a:pPr>
            <a:fld id="{00000000-1234-1234-1234-123412341234}" type="slidenum">
              <a:rPr lang="en-US" sz="18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F54E70-2349-5A8A-AA27-2108A8F60392}"/>
              </a:ext>
            </a:extLst>
          </p:cNvPr>
          <p:cNvSpPr txBox="1"/>
          <p:nvPr/>
        </p:nvSpPr>
        <p:spPr>
          <a:xfrm>
            <a:off x="1336992" y="2384309"/>
            <a:ext cx="16858777" cy="224676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Char char="•"/>
            </a:pPr>
            <a:r>
              <a:rPr lang="en-US" sz="3500" b="1">
                <a:solidFill>
                  <a:srgbClr val="002060"/>
                </a:solidFill>
                <a:latin typeface="Bookman Old Style"/>
                <a:ea typeface="Calibri"/>
                <a:cs typeface="Calibri"/>
              </a:rPr>
              <a:t>CASE 2 : Input String (1) - </a:t>
            </a:r>
            <a:r>
              <a:rPr lang="en-US" sz="3500">
                <a:solidFill>
                  <a:srgbClr val="002060"/>
                </a:solidFill>
                <a:latin typeface="Bookman Old Style"/>
                <a:ea typeface="Calibri"/>
                <a:cs typeface="Calibri"/>
              </a:rPr>
              <a:t>ATATATATATATATAT</a:t>
            </a:r>
            <a:endParaRPr lang="en-US" sz="3500">
              <a:latin typeface="Bookman Old Style"/>
              <a:ea typeface="Calibri"/>
              <a:cs typeface="Calibri"/>
            </a:endParaRPr>
          </a:p>
          <a:p>
            <a:r>
              <a:rPr lang="en-US" sz="3500" b="1">
                <a:solidFill>
                  <a:srgbClr val="002060"/>
                </a:solidFill>
                <a:latin typeface="Bookman Old Style"/>
                <a:ea typeface="Calibri"/>
                <a:cs typeface="Calibri"/>
              </a:rPr>
              <a:t>              Input String (2) - </a:t>
            </a:r>
            <a:r>
              <a:rPr lang="en-US" sz="3500">
                <a:solidFill>
                  <a:srgbClr val="002060"/>
                </a:solidFill>
                <a:latin typeface="Bookman Old Style"/>
                <a:ea typeface="Calibri"/>
                <a:cs typeface="Calibri"/>
              </a:rPr>
              <a:t>TATATATATATATATA</a:t>
            </a:r>
            <a:endParaRPr lang="en-US" sz="3500">
              <a:latin typeface="Bookman Old Style"/>
              <a:ea typeface="Calibri"/>
              <a:cs typeface="Calibri"/>
            </a:endParaRPr>
          </a:p>
          <a:p>
            <a:pPr marL="285750" indent="-285750">
              <a:buChar char="•"/>
            </a:pPr>
            <a:endParaRPr lang="en-US" sz="3500" dirty="0">
              <a:latin typeface="Bookman Old Style"/>
              <a:ea typeface="Calibri"/>
              <a:cs typeface="Calibri"/>
            </a:endParaRPr>
          </a:p>
          <a:p>
            <a:pPr marL="514350" indent="-514350">
              <a:buAutoNum type="romanLcPeriod"/>
            </a:pPr>
            <a:endParaRPr lang="en-US" sz="3500" b="1" dirty="0">
              <a:latin typeface="Calibri"/>
              <a:ea typeface="Calibri"/>
              <a:cs typeface="Calibri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8410F587-4E84-9ABF-865D-60699037033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899650" y="550227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Google Shape;203;p8">
            <a:extLst>
              <a:ext uri="{FF2B5EF4-FFF2-40B4-BE49-F238E27FC236}">
                <a16:creationId xmlns:a16="http://schemas.microsoft.com/office/drawing/2014/main" id="{663C38D0-52C8-862C-42D5-CEA0B88E3152}"/>
              </a:ext>
            </a:extLst>
          </p:cNvPr>
          <p:cNvSpPr txBox="1"/>
          <p:nvPr/>
        </p:nvSpPr>
        <p:spPr>
          <a:xfrm>
            <a:off x="4933163" y="754524"/>
            <a:ext cx="10242550" cy="1889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algn="ctr"/>
            <a:r>
              <a:rPr lang="en-US" sz="5400" b="1" dirty="0">
                <a:solidFill>
                  <a:srgbClr val="C00000"/>
                </a:solidFill>
                <a:latin typeface="Bookman Old Style"/>
                <a:ea typeface="Calibri"/>
                <a:cs typeface="Calibri"/>
                <a:sym typeface="Calibri"/>
              </a:rPr>
              <a:t>Results</a:t>
            </a:r>
            <a:endParaRPr lang="en-US" dirty="0"/>
          </a:p>
          <a:p>
            <a:pPr marL="12700"/>
            <a:br>
              <a:rPr lang="en-US" dirty="0">
                <a:sym typeface="Calibri"/>
              </a:rPr>
            </a:br>
            <a:endParaRPr lang="en-US" sz="5400"/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CE22672-4292-5473-F784-1519F80C15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0529" y="4174781"/>
            <a:ext cx="9032562" cy="547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2627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>
          <a:extLst>
            <a:ext uri="{FF2B5EF4-FFF2-40B4-BE49-F238E27FC236}">
              <a16:creationId xmlns:a16="http://schemas.microsoft.com/office/drawing/2014/main" id="{BB4CE5D8-806A-F688-EC50-3B78AB9CF6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c8da5ede62_0_167">
            <a:extLst>
              <a:ext uri="{FF2B5EF4-FFF2-40B4-BE49-F238E27FC236}">
                <a16:creationId xmlns:a16="http://schemas.microsoft.com/office/drawing/2014/main" id="{5CDF9CB1-9FA7-D5CF-E7D5-B4A1C68253E9}"/>
              </a:ext>
            </a:extLst>
          </p:cNvPr>
          <p:cNvSpPr txBox="1"/>
          <p:nvPr/>
        </p:nvSpPr>
        <p:spPr>
          <a:xfrm>
            <a:off x="-100" y="-25"/>
            <a:ext cx="20104200" cy="11309400"/>
          </a:xfrm>
          <a:prstGeom prst="rect">
            <a:avLst/>
          </a:prstGeom>
          <a:solidFill>
            <a:schemeClr val="lt1">
              <a:alpha val="97650"/>
            </a:schemeClr>
          </a:solidFill>
          <a:ln w="762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2" name="Google Shape;152;g2c8da5ede62_0_167">
            <a:extLst>
              <a:ext uri="{FF2B5EF4-FFF2-40B4-BE49-F238E27FC236}">
                <a16:creationId xmlns:a16="http://schemas.microsoft.com/office/drawing/2014/main" id="{A7B6820A-BB4F-244C-2E39-67C723B66A5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27598"/>
            <a:ext cx="20104100" cy="1130935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g2c8da5ede62_0_167">
            <a:extLst>
              <a:ext uri="{FF2B5EF4-FFF2-40B4-BE49-F238E27FC236}">
                <a16:creationId xmlns:a16="http://schemas.microsoft.com/office/drawing/2014/main" id="{F9853F16-E855-21B5-A008-1769864521AF}"/>
              </a:ext>
            </a:extLst>
          </p:cNvPr>
          <p:cNvSpPr/>
          <p:nvPr/>
        </p:nvSpPr>
        <p:spPr>
          <a:xfrm>
            <a:off x="2982912" y="712787"/>
            <a:ext cx="57220" cy="57080"/>
          </a:xfrm>
          <a:custGeom>
            <a:avLst/>
            <a:gdLst/>
            <a:ahLst/>
            <a:cxnLst/>
            <a:rect l="l" t="t" r="r" b="b"/>
            <a:pathLst>
              <a:path w="56514" h="56515" extrusionOk="0">
                <a:moveTo>
                  <a:pt x="28145" y="0"/>
                </a:moveTo>
                <a:lnTo>
                  <a:pt x="17201" y="2207"/>
                </a:lnTo>
                <a:lnTo>
                  <a:pt x="8253" y="8227"/>
                </a:lnTo>
                <a:lnTo>
                  <a:pt x="2215" y="17157"/>
                </a:lnTo>
                <a:lnTo>
                  <a:pt x="0" y="28093"/>
                </a:lnTo>
                <a:lnTo>
                  <a:pt x="2215" y="39037"/>
                </a:lnTo>
                <a:lnTo>
                  <a:pt x="8253" y="47985"/>
                </a:lnTo>
                <a:lnTo>
                  <a:pt x="17201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3" y="50280"/>
                </a:lnTo>
                <a:lnTo>
                  <a:pt x="11109" y="45113"/>
                </a:lnTo>
                <a:lnTo>
                  <a:pt x="5952" y="37457"/>
                </a:lnTo>
                <a:lnTo>
                  <a:pt x="4062" y="28093"/>
                </a:lnTo>
                <a:lnTo>
                  <a:pt x="5952" y="18722"/>
                </a:lnTo>
                <a:lnTo>
                  <a:pt x="11109" y="11052"/>
                </a:lnTo>
                <a:lnTo>
                  <a:pt x="18763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 extrusionOk="0">
                <a:moveTo>
                  <a:pt x="41684" y="3968"/>
                </a:moveTo>
                <a:lnTo>
                  <a:pt x="28145" y="3968"/>
                </a:lnTo>
                <a:lnTo>
                  <a:pt x="37527" y="5870"/>
                </a:lnTo>
                <a:lnTo>
                  <a:pt x="45181" y="11052"/>
                </a:lnTo>
                <a:lnTo>
                  <a:pt x="50338" y="18722"/>
                </a:lnTo>
                <a:lnTo>
                  <a:pt x="52228" y="28093"/>
                </a:lnTo>
                <a:lnTo>
                  <a:pt x="50338" y="37457"/>
                </a:lnTo>
                <a:lnTo>
                  <a:pt x="45181" y="45113"/>
                </a:lnTo>
                <a:lnTo>
                  <a:pt x="37527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g2c8da5ede62_0_167">
            <a:extLst>
              <a:ext uri="{FF2B5EF4-FFF2-40B4-BE49-F238E27FC236}">
                <a16:creationId xmlns:a16="http://schemas.microsoft.com/office/drawing/2014/main" id="{283C3999-0906-6C5B-1640-DCC637B1C923}"/>
              </a:ext>
            </a:extLst>
          </p:cNvPr>
          <p:cNvSpPr/>
          <p:nvPr/>
        </p:nvSpPr>
        <p:spPr>
          <a:xfrm>
            <a:off x="2998787" y="725487"/>
            <a:ext cx="25400" cy="31750"/>
          </a:xfrm>
          <a:custGeom>
            <a:avLst/>
            <a:gdLst/>
            <a:ahLst/>
            <a:cxnLst/>
            <a:rect l="l" t="t" r="r" b="b"/>
            <a:pathLst>
              <a:path w="25400" h="31750" extrusionOk="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39" y="5329"/>
                </a:lnTo>
                <a:lnTo>
                  <a:pt x="2188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 extrusionOk="0">
                <a:moveTo>
                  <a:pt x="16472" y="18292"/>
                </a:moveTo>
                <a:lnTo>
                  <a:pt x="6837" y="18292"/>
                </a:lnTo>
                <a:lnTo>
                  <a:pt x="9727" y="18680"/>
                </a:lnTo>
                <a:lnTo>
                  <a:pt x="11465" y="19999"/>
                </a:lnTo>
                <a:lnTo>
                  <a:pt x="14470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 extrusionOk="0">
                <a:moveTo>
                  <a:pt x="22239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4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26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39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g2c8da5ede62_0_167">
            <a:extLst>
              <a:ext uri="{FF2B5EF4-FFF2-40B4-BE49-F238E27FC236}">
                <a16:creationId xmlns:a16="http://schemas.microsoft.com/office/drawing/2014/main" id="{70F8FA17-8FEA-F785-2909-55199EAA2FEF}"/>
              </a:ext>
            </a:extLst>
          </p:cNvPr>
          <p:cNvSpPr txBox="1"/>
          <p:nvPr/>
        </p:nvSpPr>
        <p:spPr>
          <a:xfrm>
            <a:off x="1004887" y="10517187"/>
            <a:ext cx="4624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g2c8da5ede62_0_167">
            <a:extLst>
              <a:ext uri="{FF2B5EF4-FFF2-40B4-BE49-F238E27FC236}">
                <a16:creationId xmlns:a16="http://schemas.microsoft.com/office/drawing/2014/main" id="{B60BCA8B-912E-CE14-63F3-2BA7B5602C1F}"/>
              </a:ext>
            </a:extLst>
          </p:cNvPr>
          <p:cNvSpPr txBox="1"/>
          <p:nvPr/>
        </p:nvSpPr>
        <p:spPr>
          <a:xfrm>
            <a:off x="6835775" y="10517187"/>
            <a:ext cx="6432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Department of ECE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g2c8da5ede62_0_167">
            <a:extLst>
              <a:ext uri="{FF2B5EF4-FFF2-40B4-BE49-F238E27FC236}">
                <a16:creationId xmlns:a16="http://schemas.microsoft.com/office/drawing/2014/main" id="{B8349BEB-C964-4654-37C1-5A95A0C4221C}"/>
              </a:ext>
            </a:extLst>
          </p:cNvPr>
          <p:cNvSpPr txBox="1"/>
          <p:nvPr/>
        </p:nvSpPr>
        <p:spPr>
          <a:xfrm>
            <a:off x="14474825" y="10517187"/>
            <a:ext cx="4624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</a:pPr>
            <a:fld id="{00000000-1234-1234-1234-123412341234}" type="slidenum">
              <a:rPr lang="en-US" sz="18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20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9E91AE88-3157-8EBF-A913-2A4CEDF257D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899650" y="550227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Google Shape;203;p8">
            <a:extLst>
              <a:ext uri="{FF2B5EF4-FFF2-40B4-BE49-F238E27FC236}">
                <a16:creationId xmlns:a16="http://schemas.microsoft.com/office/drawing/2014/main" id="{51335AF7-9940-5ED6-D44F-7077A867C267}"/>
              </a:ext>
            </a:extLst>
          </p:cNvPr>
          <p:cNvSpPr txBox="1"/>
          <p:nvPr/>
        </p:nvSpPr>
        <p:spPr>
          <a:xfrm>
            <a:off x="4933163" y="754524"/>
            <a:ext cx="10242550" cy="1889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algn="ctr"/>
            <a:r>
              <a:rPr lang="en-US" sz="5400" b="1" dirty="0">
                <a:solidFill>
                  <a:srgbClr val="C00000"/>
                </a:solidFill>
                <a:latin typeface="Bookman Old Style"/>
                <a:ea typeface="Calibri"/>
                <a:cs typeface="Calibri"/>
                <a:sym typeface="Calibri"/>
              </a:rPr>
              <a:t>Results</a:t>
            </a:r>
            <a:endParaRPr lang="en-US" dirty="0"/>
          </a:p>
          <a:p>
            <a:pPr marL="12700"/>
            <a:br>
              <a:rPr lang="en-US" dirty="0">
                <a:sym typeface="Calibri"/>
              </a:rPr>
            </a:br>
            <a:endParaRPr lang="en-US" sz="54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AB0519-594B-4F75-FBC7-F9759CB79D15}"/>
              </a:ext>
            </a:extLst>
          </p:cNvPr>
          <p:cNvSpPr txBox="1"/>
          <p:nvPr/>
        </p:nvSpPr>
        <p:spPr>
          <a:xfrm>
            <a:off x="1336992" y="2384309"/>
            <a:ext cx="16858777" cy="224676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Char char="•"/>
            </a:pPr>
            <a:r>
              <a:rPr lang="en-US" sz="3500" b="1">
                <a:solidFill>
                  <a:srgbClr val="002060"/>
                </a:solidFill>
                <a:latin typeface="Bookman Old Style"/>
                <a:ea typeface="Calibri"/>
                <a:cs typeface="Calibri"/>
              </a:rPr>
              <a:t>CASE 3 : Input String (1) - </a:t>
            </a:r>
            <a:r>
              <a:rPr lang="en-US" sz="3500">
                <a:solidFill>
                  <a:srgbClr val="002060"/>
                </a:solidFill>
                <a:latin typeface="Bookman Old Style"/>
                <a:ea typeface="Calibri"/>
              </a:rPr>
              <a:t>ATGCTAGCTGACTGAC</a:t>
            </a:r>
            <a:endParaRPr lang="en-US" sz="3500">
              <a:latin typeface="Bookman Old Style"/>
              <a:ea typeface="Calibri"/>
              <a:cs typeface="Calibri"/>
            </a:endParaRPr>
          </a:p>
          <a:p>
            <a:r>
              <a:rPr lang="en-US" sz="3500" b="1">
                <a:solidFill>
                  <a:srgbClr val="002060"/>
                </a:solidFill>
                <a:latin typeface="Bookman Old Style"/>
                <a:ea typeface="Calibri"/>
                <a:cs typeface="Calibri"/>
              </a:rPr>
              <a:t>              Input String (2) - </a:t>
            </a:r>
            <a:r>
              <a:rPr lang="en-US" sz="3500">
                <a:solidFill>
                  <a:srgbClr val="002060"/>
                </a:solidFill>
                <a:latin typeface="Bookman Old Style"/>
                <a:ea typeface="Calibri"/>
              </a:rPr>
              <a:t>ACATGCTAGCATGCTA</a:t>
            </a:r>
            <a:endParaRPr lang="en-US" sz="3500">
              <a:latin typeface="Bookman Old Style"/>
              <a:ea typeface="Calibri"/>
              <a:cs typeface="Calibri"/>
            </a:endParaRPr>
          </a:p>
          <a:p>
            <a:pPr marL="285750" indent="-285750">
              <a:buChar char="•"/>
            </a:pPr>
            <a:endParaRPr lang="en-US" sz="3500" dirty="0">
              <a:latin typeface="Bookman Old Style"/>
              <a:ea typeface="Calibri"/>
              <a:cs typeface="Calibri"/>
            </a:endParaRPr>
          </a:p>
          <a:p>
            <a:pPr marL="514350" indent="-514350">
              <a:buAutoNum type="romanLcPeriod"/>
            </a:pPr>
            <a:endParaRPr lang="en-US" sz="3500" b="1" dirty="0">
              <a:latin typeface="Calibri"/>
              <a:ea typeface="Calibri"/>
              <a:cs typeface="Calibri"/>
            </a:endParaRPr>
          </a:p>
        </p:txBody>
      </p:sp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BC7515D-C91A-BD61-8658-C28477E5FA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8050" y="3922486"/>
            <a:ext cx="9528019" cy="6086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0762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>
          <a:extLst>
            <a:ext uri="{FF2B5EF4-FFF2-40B4-BE49-F238E27FC236}">
              <a16:creationId xmlns:a16="http://schemas.microsoft.com/office/drawing/2014/main" id="{080E048C-9530-8433-4D22-BFB19FE67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c8da5ede62_0_167">
            <a:extLst>
              <a:ext uri="{FF2B5EF4-FFF2-40B4-BE49-F238E27FC236}">
                <a16:creationId xmlns:a16="http://schemas.microsoft.com/office/drawing/2014/main" id="{2FB05D0B-8822-CDE2-B126-028598706614}"/>
              </a:ext>
            </a:extLst>
          </p:cNvPr>
          <p:cNvSpPr txBox="1"/>
          <p:nvPr/>
        </p:nvSpPr>
        <p:spPr>
          <a:xfrm>
            <a:off x="-100" y="-25"/>
            <a:ext cx="20104200" cy="11309400"/>
          </a:xfrm>
          <a:prstGeom prst="rect">
            <a:avLst/>
          </a:prstGeom>
          <a:solidFill>
            <a:schemeClr val="lt1">
              <a:alpha val="97650"/>
            </a:schemeClr>
          </a:solidFill>
          <a:ln w="762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2" name="Google Shape;152;g2c8da5ede62_0_167">
            <a:extLst>
              <a:ext uri="{FF2B5EF4-FFF2-40B4-BE49-F238E27FC236}">
                <a16:creationId xmlns:a16="http://schemas.microsoft.com/office/drawing/2014/main" id="{0E5E6DE8-230B-9FBC-B392-81FB6D74EC49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100" y="27598"/>
            <a:ext cx="20104100" cy="1130935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g2c8da5ede62_0_167">
            <a:extLst>
              <a:ext uri="{FF2B5EF4-FFF2-40B4-BE49-F238E27FC236}">
                <a16:creationId xmlns:a16="http://schemas.microsoft.com/office/drawing/2014/main" id="{26C1424D-0349-0057-A623-B4A4107FC869}"/>
              </a:ext>
            </a:extLst>
          </p:cNvPr>
          <p:cNvSpPr/>
          <p:nvPr/>
        </p:nvSpPr>
        <p:spPr>
          <a:xfrm>
            <a:off x="2982912" y="712787"/>
            <a:ext cx="57220" cy="57080"/>
          </a:xfrm>
          <a:custGeom>
            <a:avLst/>
            <a:gdLst/>
            <a:ahLst/>
            <a:cxnLst/>
            <a:rect l="l" t="t" r="r" b="b"/>
            <a:pathLst>
              <a:path w="56514" h="56515" extrusionOk="0">
                <a:moveTo>
                  <a:pt x="28145" y="0"/>
                </a:moveTo>
                <a:lnTo>
                  <a:pt x="17201" y="2207"/>
                </a:lnTo>
                <a:lnTo>
                  <a:pt x="8253" y="8227"/>
                </a:lnTo>
                <a:lnTo>
                  <a:pt x="2215" y="17157"/>
                </a:lnTo>
                <a:lnTo>
                  <a:pt x="0" y="28093"/>
                </a:lnTo>
                <a:lnTo>
                  <a:pt x="2215" y="39037"/>
                </a:lnTo>
                <a:lnTo>
                  <a:pt x="8253" y="47985"/>
                </a:lnTo>
                <a:lnTo>
                  <a:pt x="17201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3" y="50280"/>
                </a:lnTo>
                <a:lnTo>
                  <a:pt x="11109" y="45113"/>
                </a:lnTo>
                <a:lnTo>
                  <a:pt x="5952" y="37457"/>
                </a:lnTo>
                <a:lnTo>
                  <a:pt x="4062" y="28093"/>
                </a:lnTo>
                <a:lnTo>
                  <a:pt x="5952" y="18722"/>
                </a:lnTo>
                <a:lnTo>
                  <a:pt x="11109" y="11052"/>
                </a:lnTo>
                <a:lnTo>
                  <a:pt x="18763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 extrusionOk="0">
                <a:moveTo>
                  <a:pt x="41684" y="3968"/>
                </a:moveTo>
                <a:lnTo>
                  <a:pt x="28145" y="3968"/>
                </a:lnTo>
                <a:lnTo>
                  <a:pt x="37527" y="5870"/>
                </a:lnTo>
                <a:lnTo>
                  <a:pt x="45181" y="11052"/>
                </a:lnTo>
                <a:lnTo>
                  <a:pt x="50338" y="18722"/>
                </a:lnTo>
                <a:lnTo>
                  <a:pt x="52228" y="28093"/>
                </a:lnTo>
                <a:lnTo>
                  <a:pt x="50338" y="37457"/>
                </a:lnTo>
                <a:lnTo>
                  <a:pt x="45181" y="45113"/>
                </a:lnTo>
                <a:lnTo>
                  <a:pt x="37527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g2c8da5ede62_0_167">
            <a:extLst>
              <a:ext uri="{FF2B5EF4-FFF2-40B4-BE49-F238E27FC236}">
                <a16:creationId xmlns:a16="http://schemas.microsoft.com/office/drawing/2014/main" id="{06D991FA-19C8-71BF-7073-5CCDBCE05161}"/>
              </a:ext>
            </a:extLst>
          </p:cNvPr>
          <p:cNvSpPr/>
          <p:nvPr/>
        </p:nvSpPr>
        <p:spPr>
          <a:xfrm>
            <a:off x="2998787" y="725487"/>
            <a:ext cx="25400" cy="31750"/>
          </a:xfrm>
          <a:custGeom>
            <a:avLst/>
            <a:gdLst/>
            <a:ahLst/>
            <a:cxnLst/>
            <a:rect l="l" t="t" r="r" b="b"/>
            <a:pathLst>
              <a:path w="25400" h="31750" extrusionOk="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39" y="5329"/>
                </a:lnTo>
                <a:lnTo>
                  <a:pt x="2188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 extrusionOk="0">
                <a:moveTo>
                  <a:pt x="16472" y="18292"/>
                </a:moveTo>
                <a:lnTo>
                  <a:pt x="6837" y="18292"/>
                </a:lnTo>
                <a:lnTo>
                  <a:pt x="9727" y="18680"/>
                </a:lnTo>
                <a:lnTo>
                  <a:pt x="11465" y="19999"/>
                </a:lnTo>
                <a:lnTo>
                  <a:pt x="14470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 extrusionOk="0">
                <a:moveTo>
                  <a:pt x="22239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4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26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39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g2c8da5ede62_0_167">
            <a:extLst>
              <a:ext uri="{FF2B5EF4-FFF2-40B4-BE49-F238E27FC236}">
                <a16:creationId xmlns:a16="http://schemas.microsoft.com/office/drawing/2014/main" id="{CE14312D-AD72-02B3-6DF9-4855D773849F}"/>
              </a:ext>
            </a:extLst>
          </p:cNvPr>
          <p:cNvSpPr txBox="1"/>
          <p:nvPr/>
        </p:nvSpPr>
        <p:spPr>
          <a:xfrm>
            <a:off x="1004887" y="10517187"/>
            <a:ext cx="4624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g2c8da5ede62_0_167">
            <a:extLst>
              <a:ext uri="{FF2B5EF4-FFF2-40B4-BE49-F238E27FC236}">
                <a16:creationId xmlns:a16="http://schemas.microsoft.com/office/drawing/2014/main" id="{1E8A6165-B6B7-35A7-929F-B81B290B0AD8}"/>
              </a:ext>
            </a:extLst>
          </p:cNvPr>
          <p:cNvSpPr txBox="1"/>
          <p:nvPr/>
        </p:nvSpPr>
        <p:spPr>
          <a:xfrm>
            <a:off x="6835775" y="10517187"/>
            <a:ext cx="6432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Department of ECE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g2c8da5ede62_0_167">
            <a:extLst>
              <a:ext uri="{FF2B5EF4-FFF2-40B4-BE49-F238E27FC236}">
                <a16:creationId xmlns:a16="http://schemas.microsoft.com/office/drawing/2014/main" id="{AC283B73-A5B9-8609-98AC-899B8575BB2B}"/>
              </a:ext>
            </a:extLst>
          </p:cNvPr>
          <p:cNvSpPr txBox="1"/>
          <p:nvPr/>
        </p:nvSpPr>
        <p:spPr>
          <a:xfrm>
            <a:off x="14474825" y="10517187"/>
            <a:ext cx="4624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</a:pPr>
            <a:fld id="{00000000-1234-1234-1234-123412341234}" type="slidenum">
              <a:rPr lang="en-US" sz="18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21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623FB5F0-7B62-C0F2-BB25-A8863262097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899650" y="550227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20260122-0204-56.6488409">
            <a:hlinkClick r:id="" action="ppaction://media"/>
            <a:extLst>
              <a:ext uri="{FF2B5EF4-FFF2-40B4-BE49-F238E27FC236}">
                <a16:creationId xmlns:a16="http://schemas.microsoft.com/office/drawing/2014/main" id="{991D4ABB-8063-8FF1-045A-317766C3337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526247" y="2651896"/>
            <a:ext cx="16287750" cy="7620000"/>
          </a:xfrm>
          <a:prstGeom prst="rect">
            <a:avLst/>
          </a:prstGeom>
        </p:spPr>
      </p:pic>
      <p:sp>
        <p:nvSpPr>
          <p:cNvPr id="7" name="Google Shape;203;p8">
            <a:extLst>
              <a:ext uri="{FF2B5EF4-FFF2-40B4-BE49-F238E27FC236}">
                <a16:creationId xmlns:a16="http://schemas.microsoft.com/office/drawing/2014/main" id="{9AE6C60D-8D45-95A6-1B0A-CF2CED8732B0}"/>
              </a:ext>
            </a:extLst>
          </p:cNvPr>
          <p:cNvSpPr txBox="1"/>
          <p:nvPr/>
        </p:nvSpPr>
        <p:spPr>
          <a:xfrm>
            <a:off x="4933163" y="754524"/>
            <a:ext cx="10242550" cy="1889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algn="ctr"/>
            <a:r>
              <a:rPr lang="en-US" sz="5400" b="1" dirty="0">
                <a:solidFill>
                  <a:srgbClr val="C00000"/>
                </a:solidFill>
                <a:latin typeface="Bookman Old Style"/>
                <a:ea typeface="Calibri"/>
                <a:cs typeface="Calibri"/>
                <a:sym typeface="Calibri"/>
              </a:rPr>
              <a:t>Results</a:t>
            </a:r>
            <a:endParaRPr lang="en-US" dirty="0"/>
          </a:p>
          <a:p>
            <a:pPr marL="12700"/>
            <a:br>
              <a:rPr lang="en-US" dirty="0">
                <a:sym typeface="Calibri"/>
              </a:rPr>
            </a:br>
            <a:endParaRPr lang="en-US" sz="5400"/>
          </a:p>
        </p:txBody>
      </p:sp>
    </p:spTree>
    <p:extLst>
      <p:ext uri="{BB962C8B-B14F-4D97-AF65-F5344CB8AC3E}">
        <p14:creationId xmlns:p14="http://schemas.microsoft.com/office/powerpoint/2010/main" val="63906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8165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>
          <a:extLst>
            <a:ext uri="{FF2B5EF4-FFF2-40B4-BE49-F238E27FC236}">
              <a16:creationId xmlns:a16="http://schemas.microsoft.com/office/drawing/2014/main" id="{12FD53D6-B891-8840-4F9C-95129D523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c8da5ede62_0_167">
            <a:extLst>
              <a:ext uri="{FF2B5EF4-FFF2-40B4-BE49-F238E27FC236}">
                <a16:creationId xmlns:a16="http://schemas.microsoft.com/office/drawing/2014/main" id="{BC63A443-DEFB-1CEA-2A12-21C59B2687B4}"/>
              </a:ext>
            </a:extLst>
          </p:cNvPr>
          <p:cNvSpPr txBox="1"/>
          <p:nvPr/>
        </p:nvSpPr>
        <p:spPr>
          <a:xfrm>
            <a:off x="-100" y="-25"/>
            <a:ext cx="20104200" cy="11309400"/>
          </a:xfrm>
          <a:prstGeom prst="rect">
            <a:avLst/>
          </a:prstGeom>
          <a:solidFill>
            <a:schemeClr val="lt1">
              <a:alpha val="97650"/>
            </a:schemeClr>
          </a:solidFill>
          <a:ln w="762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2" name="Google Shape;152;g2c8da5ede62_0_167">
            <a:extLst>
              <a:ext uri="{FF2B5EF4-FFF2-40B4-BE49-F238E27FC236}">
                <a16:creationId xmlns:a16="http://schemas.microsoft.com/office/drawing/2014/main" id="{16DE21E9-EA8E-E690-F844-9C17758957B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27598"/>
            <a:ext cx="20104100" cy="1130935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g2c8da5ede62_0_167">
            <a:extLst>
              <a:ext uri="{FF2B5EF4-FFF2-40B4-BE49-F238E27FC236}">
                <a16:creationId xmlns:a16="http://schemas.microsoft.com/office/drawing/2014/main" id="{855D0F75-1F71-B9FB-6EBE-822E69D52CDA}"/>
              </a:ext>
            </a:extLst>
          </p:cNvPr>
          <p:cNvSpPr/>
          <p:nvPr/>
        </p:nvSpPr>
        <p:spPr>
          <a:xfrm>
            <a:off x="2982912" y="712787"/>
            <a:ext cx="57220" cy="57080"/>
          </a:xfrm>
          <a:custGeom>
            <a:avLst/>
            <a:gdLst/>
            <a:ahLst/>
            <a:cxnLst/>
            <a:rect l="l" t="t" r="r" b="b"/>
            <a:pathLst>
              <a:path w="56514" h="56515" extrusionOk="0">
                <a:moveTo>
                  <a:pt x="28145" y="0"/>
                </a:moveTo>
                <a:lnTo>
                  <a:pt x="17201" y="2207"/>
                </a:lnTo>
                <a:lnTo>
                  <a:pt x="8253" y="8227"/>
                </a:lnTo>
                <a:lnTo>
                  <a:pt x="2215" y="17157"/>
                </a:lnTo>
                <a:lnTo>
                  <a:pt x="0" y="28093"/>
                </a:lnTo>
                <a:lnTo>
                  <a:pt x="2215" y="39037"/>
                </a:lnTo>
                <a:lnTo>
                  <a:pt x="8253" y="47985"/>
                </a:lnTo>
                <a:lnTo>
                  <a:pt x="17201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3" y="50280"/>
                </a:lnTo>
                <a:lnTo>
                  <a:pt x="11109" y="45113"/>
                </a:lnTo>
                <a:lnTo>
                  <a:pt x="5952" y="37457"/>
                </a:lnTo>
                <a:lnTo>
                  <a:pt x="4062" y="28093"/>
                </a:lnTo>
                <a:lnTo>
                  <a:pt x="5952" y="18722"/>
                </a:lnTo>
                <a:lnTo>
                  <a:pt x="11109" y="11052"/>
                </a:lnTo>
                <a:lnTo>
                  <a:pt x="18763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 extrusionOk="0">
                <a:moveTo>
                  <a:pt x="41684" y="3968"/>
                </a:moveTo>
                <a:lnTo>
                  <a:pt x="28145" y="3968"/>
                </a:lnTo>
                <a:lnTo>
                  <a:pt x="37527" y="5870"/>
                </a:lnTo>
                <a:lnTo>
                  <a:pt x="45181" y="11052"/>
                </a:lnTo>
                <a:lnTo>
                  <a:pt x="50338" y="18722"/>
                </a:lnTo>
                <a:lnTo>
                  <a:pt x="52228" y="28093"/>
                </a:lnTo>
                <a:lnTo>
                  <a:pt x="50338" y="37457"/>
                </a:lnTo>
                <a:lnTo>
                  <a:pt x="45181" y="45113"/>
                </a:lnTo>
                <a:lnTo>
                  <a:pt x="37527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g2c8da5ede62_0_167">
            <a:extLst>
              <a:ext uri="{FF2B5EF4-FFF2-40B4-BE49-F238E27FC236}">
                <a16:creationId xmlns:a16="http://schemas.microsoft.com/office/drawing/2014/main" id="{1C2D57F9-D6AA-B8AC-51EB-357B2155C6C9}"/>
              </a:ext>
            </a:extLst>
          </p:cNvPr>
          <p:cNvSpPr/>
          <p:nvPr/>
        </p:nvSpPr>
        <p:spPr>
          <a:xfrm>
            <a:off x="2998787" y="725487"/>
            <a:ext cx="25400" cy="31750"/>
          </a:xfrm>
          <a:custGeom>
            <a:avLst/>
            <a:gdLst/>
            <a:ahLst/>
            <a:cxnLst/>
            <a:rect l="l" t="t" r="r" b="b"/>
            <a:pathLst>
              <a:path w="25400" h="31750" extrusionOk="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39" y="5329"/>
                </a:lnTo>
                <a:lnTo>
                  <a:pt x="2188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 extrusionOk="0">
                <a:moveTo>
                  <a:pt x="16472" y="18292"/>
                </a:moveTo>
                <a:lnTo>
                  <a:pt x="6837" y="18292"/>
                </a:lnTo>
                <a:lnTo>
                  <a:pt x="9727" y="18680"/>
                </a:lnTo>
                <a:lnTo>
                  <a:pt x="11465" y="19999"/>
                </a:lnTo>
                <a:lnTo>
                  <a:pt x="14470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 extrusionOk="0">
                <a:moveTo>
                  <a:pt x="22239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4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26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39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g2c8da5ede62_0_167">
            <a:extLst>
              <a:ext uri="{FF2B5EF4-FFF2-40B4-BE49-F238E27FC236}">
                <a16:creationId xmlns:a16="http://schemas.microsoft.com/office/drawing/2014/main" id="{9BD9704B-5967-D707-D793-46E31394558F}"/>
              </a:ext>
            </a:extLst>
          </p:cNvPr>
          <p:cNvSpPr txBox="1"/>
          <p:nvPr/>
        </p:nvSpPr>
        <p:spPr>
          <a:xfrm>
            <a:off x="1004887" y="10517187"/>
            <a:ext cx="4624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g2c8da5ede62_0_167">
            <a:extLst>
              <a:ext uri="{FF2B5EF4-FFF2-40B4-BE49-F238E27FC236}">
                <a16:creationId xmlns:a16="http://schemas.microsoft.com/office/drawing/2014/main" id="{28D647F8-6938-2413-3BE4-E2CEEC262516}"/>
              </a:ext>
            </a:extLst>
          </p:cNvPr>
          <p:cNvSpPr txBox="1"/>
          <p:nvPr/>
        </p:nvSpPr>
        <p:spPr>
          <a:xfrm>
            <a:off x="6835775" y="10517187"/>
            <a:ext cx="6432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Department of ECE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g2c8da5ede62_0_167">
            <a:extLst>
              <a:ext uri="{FF2B5EF4-FFF2-40B4-BE49-F238E27FC236}">
                <a16:creationId xmlns:a16="http://schemas.microsoft.com/office/drawing/2014/main" id="{3B416F50-D0B6-E26C-B94A-2146B1C1630B}"/>
              </a:ext>
            </a:extLst>
          </p:cNvPr>
          <p:cNvSpPr txBox="1"/>
          <p:nvPr/>
        </p:nvSpPr>
        <p:spPr>
          <a:xfrm>
            <a:off x="14474825" y="10517187"/>
            <a:ext cx="4624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</a:pPr>
            <a:fld id="{00000000-1234-1234-1234-123412341234}" type="slidenum">
              <a:rPr lang="en-US" sz="18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22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87B45BF8-C713-3092-2DD1-FED093C7918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899650" y="550227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Google Shape;203;p8">
            <a:extLst>
              <a:ext uri="{FF2B5EF4-FFF2-40B4-BE49-F238E27FC236}">
                <a16:creationId xmlns:a16="http://schemas.microsoft.com/office/drawing/2014/main" id="{583E7540-63C3-9B12-AC5B-5C1FCC6DC169}"/>
              </a:ext>
            </a:extLst>
          </p:cNvPr>
          <p:cNvSpPr txBox="1"/>
          <p:nvPr/>
        </p:nvSpPr>
        <p:spPr>
          <a:xfrm>
            <a:off x="4933163" y="754524"/>
            <a:ext cx="10242550" cy="1889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algn="ctr"/>
            <a:r>
              <a:rPr lang="en-US" sz="5400" b="1">
                <a:solidFill>
                  <a:srgbClr val="C00000"/>
                </a:solidFill>
                <a:latin typeface="Bookman Old Style"/>
                <a:ea typeface="Calibri"/>
                <a:cs typeface="Calibri"/>
                <a:sym typeface="Calibri"/>
              </a:rPr>
              <a:t>Conclusion</a:t>
            </a:r>
            <a:endParaRPr lang="en-US" dirty="0"/>
          </a:p>
          <a:p>
            <a:pPr marL="12700"/>
            <a:br>
              <a:rPr lang="en-US" dirty="0">
                <a:sym typeface="Calibri"/>
              </a:rPr>
            </a:br>
            <a:endParaRPr lang="en-US" sz="54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440EB2-1F5D-B80F-B51B-CD50829CBDB5}"/>
              </a:ext>
            </a:extLst>
          </p:cNvPr>
          <p:cNvSpPr txBox="1"/>
          <p:nvPr/>
        </p:nvSpPr>
        <p:spPr>
          <a:xfrm>
            <a:off x="1086879" y="2274864"/>
            <a:ext cx="17870318" cy="40780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71500" indent="-571500">
              <a:buChar char="•"/>
            </a:pPr>
            <a:r>
              <a:rPr lang="en-US" sz="3700" dirty="0">
                <a:solidFill>
                  <a:srgbClr val="002060"/>
                </a:solidFill>
                <a:latin typeface="Bookman Old Style"/>
                <a:ea typeface="Calibri"/>
                <a:cs typeface="Calibri"/>
              </a:rPr>
              <a:t>This project successfully implemented and tested a genome detection </a:t>
            </a:r>
            <a:r>
              <a:rPr lang="en-US" sz="3700">
                <a:solidFill>
                  <a:srgbClr val="002060"/>
                </a:solidFill>
                <a:latin typeface="Bookman Old Style"/>
                <a:ea typeface="Calibri"/>
                <a:cs typeface="Calibri"/>
              </a:rPr>
              <a:t>approach using sequence alignment on FPGA </a:t>
            </a:r>
            <a:r>
              <a:rPr lang="en-US" sz="3700" dirty="0">
                <a:solidFill>
                  <a:srgbClr val="002060"/>
                </a:solidFill>
                <a:latin typeface="Bookman Old Style"/>
                <a:ea typeface="Calibri"/>
                <a:cs typeface="Calibri"/>
              </a:rPr>
              <a:t>hardware</a:t>
            </a:r>
            <a:endParaRPr lang="en-US" dirty="0">
              <a:ea typeface="Calibri"/>
            </a:endParaRPr>
          </a:p>
          <a:p>
            <a:pPr marL="571500" indent="-571500">
              <a:buChar char="•"/>
            </a:pPr>
            <a:r>
              <a:rPr lang="en-US" sz="3700">
                <a:solidFill>
                  <a:srgbClr val="002060"/>
                </a:solidFill>
                <a:latin typeface="Bookman Old Style"/>
                <a:ea typeface="Calibri"/>
                <a:cs typeface="Calibri"/>
              </a:rPr>
              <a:t>By leveraging FPGA acceleration and real-time debugging using VIO, the design achieved efficient and flexible validation of alignment behavior.</a:t>
            </a:r>
            <a:endParaRPr lang="en-US">
              <a:ea typeface="Calibri"/>
            </a:endParaRPr>
          </a:p>
          <a:p>
            <a:pPr marL="571500" indent="-571500">
              <a:buChar char="•"/>
            </a:pPr>
            <a:r>
              <a:rPr lang="en-US" sz="3700">
                <a:solidFill>
                  <a:srgbClr val="002060"/>
                </a:solidFill>
                <a:latin typeface="Bookman Old Style"/>
                <a:ea typeface="Calibri"/>
                <a:cs typeface="Calibri"/>
              </a:rPr>
              <a:t>The results demonstrate the potential of hardware-accelerated solutions for handling the growing computational demands of genomic data processing.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7398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>
          <a:extLst>
            <a:ext uri="{FF2B5EF4-FFF2-40B4-BE49-F238E27FC236}">
              <a16:creationId xmlns:a16="http://schemas.microsoft.com/office/drawing/2014/main" id="{8DB912CD-258B-86AC-D028-7D56911EA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c8da5ede62_0_167">
            <a:extLst>
              <a:ext uri="{FF2B5EF4-FFF2-40B4-BE49-F238E27FC236}">
                <a16:creationId xmlns:a16="http://schemas.microsoft.com/office/drawing/2014/main" id="{EB36055B-F681-746E-CEFB-5DFFB5B5EC10}"/>
              </a:ext>
            </a:extLst>
          </p:cNvPr>
          <p:cNvSpPr txBox="1"/>
          <p:nvPr/>
        </p:nvSpPr>
        <p:spPr>
          <a:xfrm>
            <a:off x="-100" y="-25"/>
            <a:ext cx="20104200" cy="11309400"/>
          </a:xfrm>
          <a:prstGeom prst="rect">
            <a:avLst/>
          </a:prstGeom>
          <a:solidFill>
            <a:schemeClr val="lt1">
              <a:alpha val="97650"/>
            </a:schemeClr>
          </a:solidFill>
          <a:ln w="762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2" name="Google Shape;152;g2c8da5ede62_0_167">
            <a:extLst>
              <a:ext uri="{FF2B5EF4-FFF2-40B4-BE49-F238E27FC236}">
                <a16:creationId xmlns:a16="http://schemas.microsoft.com/office/drawing/2014/main" id="{D1C8B4D4-8B46-9881-E759-23069B52FDE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27598"/>
            <a:ext cx="20104100" cy="1130935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g2c8da5ede62_0_167">
            <a:extLst>
              <a:ext uri="{FF2B5EF4-FFF2-40B4-BE49-F238E27FC236}">
                <a16:creationId xmlns:a16="http://schemas.microsoft.com/office/drawing/2014/main" id="{5BA96A47-8EF0-6561-5323-5BBDC1D87AA6}"/>
              </a:ext>
            </a:extLst>
          </p:cNvPr>
          <p:cNvSpPr/>
          <p:nvPr/>
        </p:nvSpPr>
        <p:spPr>
          <a:xfrm>
            <a:off x="2982912" y="712787"/>
            <a:ext cx="57220" cy="57080"/>
          </a:xfrm>
          <a:custGeom>
            <a:avLst/>
            <a:gdLst/>
            <a:ahLst/>
            <a:cxnLst/>
            <a:rect l="l" t="t" r="r" b="b"/>
            <a:pathLst>
              <a:path w="56514" h="56515" extrusionOk="0">
                <a:moveTo>
                  <a:pt x="28145" y="0"/>
                </a:moveTo>
                <a:lnTo>
                  <a:pt x="17201" y="2207"/>
                </a:lnTo>
                <a:lnTo>
                  <a:pt x="8253" y="8227"/>
                </a:lnTo>
                <a:lnTo>
                  <a:pt x="2215" y="17157"/>
                </a:lnTo>
                <a:lnTo>
                  <a:pt x="0" y="28093"/>
                </a:lnTo>
                <a:lnTo>
                  <a:pt x="2215" y="39037"/>
                </a:lnTo>
                <a:lnTo>
                  <a:pt x="8253" y="47985"/>
                </a:lnTo>
                <a:lnTo>
                  <a:pt x="17201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3" y="50280"/>
                </a:lnTo>
                <a:lnTo>
                  <a:pt x="11109" y="45113"/>
                </a:lnTo>
                <a:lnTo>
                  <a:pt x="5952" y="37457"/>
                </a:lnTo>
                <a:lnTo>
                  <a:pt x="4062" y="28093"/>
                </a:lnTo>
                <a:lnTo>
                  <a:pt x="5952" y="18722"/>
                </a:lnTo>
                <a:lnTo>
                  <a:pt x="11109" y="11052"/>
                </a:lnTo>
                <a:lnTo>
                  <a:pt x="18763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 extrusionOk="0">
                <a:moveTo>
                  <a:pt x="41684" y="3968"/>
                </a:moveTo>
                <a:lnTo>
                  <a:pt x="28145" y="3968"/>
                </a:lnTo>
                <a:lnTo>
                  <a:pt x="37527" y="5870"/>
                </a:lnTo>
                <a:lnTo>
                  <a:pt x="45181" y="11052"/>
                </a:lnTo>
                <a:lnTo>
                  <a:pt x="50338" y="18722"/>
                </a:lnTo>
                <a:lnTo>
                  <a:pt x="52228" y="28093"/>
                </a:lnTo>
                <a:lnTo>
                  <a:pt x="50338" y="37457"/>
                </a:lnTo>
                <a:lnTo>
                  <a:pt x="45181" y="45113"/>
                </a:lnTo>
                <a:lnTo>
                  <a:pt x="37527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g2c8da5ede62_0_167">
            <a:extLst>
              <a:ext uri="{FF2B5EF4-FFF2-40B4-BE49-F238E27FC236}">
                <a16:creationId xmlns:a16="http://schemas.microsoft.com/office/drawing/2014/main" id="{E9F6E72D-38F9-7282-CF18-FF2BBCE0DB07}"/>
              </a:ext>
            </a:extLst>
          </p:cNvPr>
          <p:cNvSpPr/>
          <p:nvPr/>
        </p:nvSpPr>
        <p:spPr>
          <a:xfrm>
            <a:off x="2998787" y="725487"/>
            <a:ext cx="25400" cy="31750"/>
          </a:xfrm>
          <a:custGeom>
            <a:avLst/>
            <a:gdLst/>
            <a:ahLst/>
            <a:cxnLst/>
            <a:rect l="l" t="t" r="r" b="b"/>
            <a:pathLst>
              <a:path w="25400" h="31750" extrusionOk="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39" y="5329"/>
                </a:lnTo>
                <a:lnTo>
                  <a:pt x="2188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 extrusionOk="0">
                <a:moveTo>
                  <a:pt x="16472" y="18292"/>
                </a:moveTo>
                <a:lnTo>
                  <a:pt x="6837" y="18292"/>
                </a:lnTo>
                <a:lnTo>
                  <a:pt x="9727" y="18680"/>
                </a:lnTo>
                <a:lnTo>
                  <a:pt x="11465" y="19999"/>
                </a:lnTo>
                <a:lnTo>
                  <a:pt x="14470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 extrusionOk="0">
                <a:moveTo>
                  <a:pt x="22239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4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26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39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g2c8da5ede62_0_167">
            <a:extLst>
              <a:ext uri="{FF2B5EF4-FFF2-40B4-BE49-F238E27FC236}">
                <a16:creationId xmlns:a16="http://schemas.microsoft.com/office/drawing/2014/main" id="{0FD1E557-4E46-9AEB-F6F5-4683EBD3318D}"/>
              </a:ext>
            </a:extLst>
          </p:cNvPr>
          <p:cNvSpPr txBox="1"/>
          <p:nvPr/>
        </p:nvSpPr>
        <p:spPr>
          <a:xfrm>
            <a:off x="1004887" y="10517187"/>
            <a:ext cx="4624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g2c8da5ede62_0_167">
            <a:extLst>
              <a:ext uri="{FF2B5EF4-FFF2-40B4-BE49-F238E27FC236}">
                <a16:creationId xmlns:a16="http://schemas.microsoft.com/office/drawing/2014/main" id="{212A0F81-1F8B-7823-8D61-3C23C5337ADC}"/>
              </a:ext>
            </a:extLst>
          </p:cNvPr>
          <p:cNvSpPr txBox="1"/>
          <p:nvPr/>
        </p:nvSpPr>
        <p:spPr>
          <a:xfrm>
            <a:off x="6835775" y="10517187"/>
            <a:ext cx="6432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Department of ECE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g2c8da5ede62_0_167">
            <a:extLst>
              <a:ext uri="{FF2B5EF4-FFF2-40B4-BE49-F238E27FC236}">
                <a16:creationId xmlns:a16="http://schemas.microsoft.com/office/drawing/2014/main" id="{584D0178-2286-F333-F451-4F794ED27356}"/>
              </a:ext>
            </a:extLst>
          </p:cNvPr>
          <p:cNvSpPr txBox="1"/>
          <p:nvPr/>
        </p:nvSpPr>
        <p:spPr>
          <a:xfrm>
            <a:off x="14474825" y="10517187"/>
            <a:ext cx="4624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</a:pPr>
            <a:fld id="{00000000-1234-1234-1234-123412341234}" type="slidenum">
              <a:rPr lang="en-US" sz="18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23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433AB2E4-19C2-FADE-C1ED-4A4154AFBCF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899650" y="550227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Google Shape;203;p8">
            <a:extLst>
              <a:ext uri="{FF2B5EF4-FFF2-40B4-BE49-F238E27FC236}">
                <a16:creationId xmlns:a16="http://schemas.microsoft.com/office/drawing/2014/main" id="{F4C12887-A384-2075-C9A0-6AF74648CFD4}"/>
              </a:ext>
            </a:extLst>
          </p:cNvPr>
          <p:cNvSpPr txBox="1"/>
          <p:nvPr/>
        </p:nvSpPr>
        <p:spPr>
          <a:xfrm>
            <a:off x="4933163" y="754524"/>
            <a:ext cx="10242550" cy="1366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algn="ctr"/>
            <a:r>
              <a:rPr lang="en-US" sz="5400" b="1">
                <a:solidFill>
                  <a:srgbClr val="C00000"/>
                </a:solidFill>
                <a:latin typeface="Bookman Old Style"/>
                <a:ea typeface="Calibri"/>
                <a:cs typeface="Calibri"/>
                <a:sym typeface="Calibri"/>
              </a:rPr>
              <a:t>References</a:t>
            </a:r>
            <a:endParaRPr lang="en-US" sz="5400"/>
          </a:p>
          <a:p>
            <a:pPr algn="ctr"/>
            <a:br>
              <a:rPr lang="en-US" dirty="0"/>
            </a:br>
            <a:endParaRPr lang="en-US" sz="20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3D7B18-CFCA-4D33-79A6-B4336820E0DD}"/>
              </a:ext>
            </a:extLst>
          </p:cNvPr>
          <p:cNvSpPr txBox="1"/>
          <p:nvPr/>
        </p:nvSpPr>
        <p:spPr>
          <a:xfrm>
            <a:off x="1086879" y="2274864"/>
            <a:ext cx="17870318" cy="803296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Char char="•"/>
            </a:pPr>
            <a:r>
              <a:rPr lang="en-US" sz="1800">
                <a:solidFill>
                  <a:srgbClr val="002060"/>
                </a:solidFill>
                <a:latin typeface="Bookman Old Style"/>
                <a:ea typeface="Calibri"/>
                <a:cs typeface="Calibri"/>
              </a:rPr>
              <a:t>E. J. Houtgast, V. -M. Sima, K. Bertels and Z. Al-Ars, "An FPGA-based systolic array to accelerate the BWA-MEM genomic mapping algorithm," 2015 International Conference on Embedded Computer Systems: Architectures, Modeling, and Simulation (SAMOS), Samos, Greece, 2015, pp. 221-227, doi: 10.1109/SAMOS.2015.7363679.</a:t>
            </a:r>
            <a:endParaRPr lang="en-US" sz="1800">
              <a:ea typeface="Calibri"/>
            </a:endParaRPr>
          </a:p>
          <a:p>
            <a:br>
              <a:rPr lang="en-US" dirty="0"/>
            </a:br>
            <a:endParaRPr lang="en-US" sz="1800"/>
          </a:p>
          <a:p>
            <a:pPr marL="285750" indent="-285750">
              <a:buChar char="•"/>
            </a:pPr>
            <a:r>
              <a:rPr lang="en-US" sz="1800">
                <a:solidFill>
                  <a:srgbClr val="002060"/>
                </a:solidFill>
                <a:latin typeface="Bookman Old Style"/>
                <a:ea typeface="Calibri"/>
                <a:cs typeface="Calibri"/>
              </a:rPr>
              <a:t>Oliveira, F. F., Dias, L. A., &amp; Fernandes, M. A. C. (2022). Proposal of Smith-Waterman algorithm on FPGA to accelerate the forward and backtracking steps. PloS one, 17(6), e0254736. </a:t>
            </a:r>
            <a:r>
              <a:rPr lang="en-US" sz="1800" dirty="0">
                <a:solidFill>
                  <a:srgbClr val="002060"/>
                </a:solidFill>
                <a:latin typeface="Bookman Old Style"/>
                <a:ea typeface="Calibri"/>
                <a:cs typeface="Calibri"/>
                <a:hlinkClick r:id="rId4"/>
              </a:rPr>
              <a:t>https://doi.org/10.1371/journal.pone.0254736</a:t>
            </a:r>
            <a:endParaRPr lang="en-US" sz="1800"/>
          </a:p>
          <a:p>
            <a:br>
              <a:rPr lang="en-US" dirty="0"/>
            </a:br>
            <a:endParaRPr lang="en-US" sz="1800"/>
          </a:p>
          <a:p>
            <a:pPr marL="285750" indent="-285750">
              <a:buChar char="•"/>
            </a:pPr>
            <a:r>
              <a:rPr lang="en-US" sz="1800">
                <a:solidFill>
                  <a:srgbClr val="002060"/>
                </a:solidFill>
                <a:latin typeface="Bookman Old Style"/>
                <a:ea typeface="Calibri"/>
                <a:cs typeface="Calibri"/>
              </a:rPr>
              <a:t>M. Kalemati, A. D. Nayeri and S. Koohi, "Pip-SW: Pipeline Architectures for Accelerating Smith-Waterman Algorithm on FPGA Platforms," in IEEE Transactions on Emerging Topics in Computing, vol. 13, no. 3, pp. 628-639, July-Sept. 2025, doi: 10.1109/TETC.2024.3472649.</a:t>
            </a:r>
            <a:endParaRPr lang="en-US" sz="1800"/>
          </a:p>
          <a:p>
            <a:br>
              <a:rPr lang="en-US" dirty="0"/>
            </a:br>
            <a:endParaRPr lang="en-US" sz="1800"/>
          </a:p>
          <a:p>
            <a:pPr marL="285750" indent="-285750">
              <a:buChar char="•"/>
            </a:pPr>
            <a:r>
              <a:rPr lang="en-US" sz="1800">
                <a:solidFill>
                  <a:srgbClr val="002060"/>
                </a:solidFill>
                <a:latin typeface="Bookman Old Style"/>
                <a:ea typeface="Calibri"/>
                <a:cs typeface="Calibri"/>
              </a:rPr>
              <a:t>Ben Abdelhamid, R., Yamaguchi, Y. (2020). A Block-Based Systolic Array on an HBM2 FPGA for DNA Sequence Alignment. In: Rincón, F., Barba, J., So, H., Diniz, P., Caba, J. (eds) Applied Reconfigurable Computing. Architectures, Tools, and Applications. ARC 2020. Lecture Notes in Computer Science(), vol 12083. Springer, Cham. </a:t>
            </a:r>
            <a:r>
              <a:rPr lang="en-US" sz="1800" dirty="0">
                <a:solidFill>
                  <a:srgbClr val="002060"/>
                </a:solidFill>
                <a:latin typeface="Bookman Old Style"/>
                <a:ea typeface="Calibri"/>
                <a:cs typeface="Calibri"/>
                <a:hlinkClick r:id="rId5"/>
              </a:rPr>
              <a:t>https://doi.org/10.1007/978-3-030-44534-8_23</a:t>
            </a:r>
            <a:endParaRPr lang="en-US" sz="1800"/>
          </a:p>
          <a:p>
            <a:br>
              <a:rPr lang="en-US" dirty="0"/>
            </a:br>
            <a:endParaRPr lang="en-US" sz="1800"/>
          </a:p>
          <a:p>
            <a:pPr marL="285750" indent="-285750">
              <a:buChar char="•"/>
            </a:pPr>
            <a:r>
              <a:rPr lang="en-US" sz="1800">
                <a:solidFill>
                  <a:srgbClr val="002060"/>
                </a:solidFill>
                <a:latin typeface="Bookman Old Style"/>
                <a:ea typeface="Calibri"/>
                <a:cs typeface="Calibri"/>
              </a:rPr>
              <a:t>Rucci, E., Garcia, C., Botella, G. et al. SWIFOLD: Smith-Waterman implementation on FPGA with OpenCL for long DNA sequences. BMC Syst Biol 12 (Suppl 5), 96 (2018). </a:t>
            </a:r>
            <a:r>
              <a:rPr lang="en-US" sz="1800" dirty="0">
                <a:solidFill>
                  <a:srgbClr val="002060"/>
                </a:solidFill>
                <a:latin typeface="Bookman Old Style"/>
                <a:ea typeface="Calibri"/>
                <a:cs typeface="Calibri"/>
                <a:hlinkClick r:id="rId6"/>
              </a:rPr>
              <a:t>https://doi.org/10.1186/s12918-018-0614-6</a:t>
            </a:r>
            <a:endParaRPr lang="en-US" sz="1800">
              <a:ea typeface="Calibri"/>
            </a:endParaRPr>
          </a:p>
          <a:p>
            <a:br>
              <a:rPr lang="en-US" dirty="0"/>
            </a:br>
            <a:endParaRPr lang="en-US" sz="1800"/>
          </a:p>
          <a:p>
            <a:pPr marL="285750" indent="-285750">
              <a:buChar char="•"/>
            </a:pPr>
            <a:r>
              <a:rPr lang="en-US" sz="1800">
                <a:solidFill>
                  <a:srgbClr val="002060"/>
                </a:solidFill>
                <a:latin typeface="Bookman Old Style"/>
                <a:ea typeface="Calibri"/>
                <a:cs typeface="Calibri"/>
              </a:rPr>
              <a:t>Anderson, T., Wheeler, T.J. An FPGA-based hardware accelerator supporting sensitive sequence homology filtering with profile hidden Markov models. BMC Bioinformatics 25, 247 (2024). </a:t>
            </a:r>
            <a:r>
              <a:rPr lang="en-US" sz="1800" dirty="0">
                <a:solidFill>
                  <a:srgbClr val="002060"/>
                </a:solidFill>
                <a:latin typeface="Bookman Old Style"/>
                <a:ea typeface="Calibri"/>
                <a:cs typeface="Calibri"/>
                <a:hlinkClick r:id="rId7"/>
              </a:rPr>
              <a:t>https://doi.org/10.1186/s12859-024-05879-3</a:t>
            </a:r>
            <a:endParaRPr lang="en-US" sz="1800">
              <a:ea typeface="Calibri"/>
            </a:endParaRPr>
          </a:p>
          <a:p>
            <a:br>
              <a:rPr lang="en-US" dirty="0"/>
            </a:br>
            <a:endParaRPr lang="en-US" sz="1800"/>
          </a:p>
          <a:p>
            <a:pPr marL="285750" indent="-285750">
              <a:buChar char="•"/>
            </a:pPr>
            <a:r>
              <a:rPr lang="en-US" sz="1800">
                <a:solidFill>
                  <a:srgbClr val="002060"/>
                </a:solidFill>
                <a:latin typeface="Bookman Old Style"/>
                <a:ea typeface="Calibri"/>
                <a:cs typeface="Calibri"/>
              </a:rPr>
              <a:t>L. Di Tucci, K. O'Brien, M. Blott and M. D. Santambrogio, "Architectural optimizations for high performance and energy efficient Smith-Waterman implementation on FPGAs using OpenCL," Design, Automation &amp; Test in Europe Conference &amp; Exhibition (DATE), 2017, Lausanne, Switzerland, 2017, pp. 716-721, doi: 10.23919/DATE.2017.7927082. </a:t>
            </a:r>
            <a:br>
              <a:rPr lang="en-US" sz="1800" dirty="0"/>
            </a:b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1556191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c8da5ede62_0_167"/>
          <p:cNvSpPr txBox="1"/>
          <p:nvPr/>
        </p:nvSpPr>
        <p:spPr>
          <a:xfrm>
            <a:off x="-100" y="-25"/>
            <a:ext cx="20104200" cy="11309400"/>
          </a:xfrm>
          <a:prstGeom prst="rect">
            <a:avLst/>
          </a:prstGeom>
          <a:solidFill>
            <a:schemeClr val="lt1">
              <a:alpha val="97650"/>
            </a:schemeClr>
          </a:solidFill>
          <a:ln w="762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2" name="Google Shape;152;g2c8da5ede62_0_1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6450"/>
            <a:ext cx="20104100" cy="1130935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g2c8da5ede62_0_167"/>
          <p:cNvSpPr/>
          <p:nvPr/>
        </p:nvSpPr>
        <p:spPr>
          <a:xfrm>
            <a:off x="2982912" y="712787"/>
            <a:ext cx="57220" cy="57080"/>
          </a:xfrm>
          <a:custGeom>
            <a:avLst/>
            <a:gdLst/>
            <a:ahLst/>
            <a:cxnLst/>
            <a:rect l="l" t="t" r="r" b="b"/>
            <a:pathLst>
              <a:path w="56514" h="56515" extrusionOk="0">
                <a:moveTo>
                  <a:pt x="28145" y="0"/>
                </a:moveTo>
                <a:lnTo>
                  <a:pt x="17201" y="2207"/>
                </a:lnTo>
                <a:lnTo>
                  <a:pt x="8253" y="8227"/>
                </a:lnTo>
                <a:lnTo>
                  <a:pt x="2215" y="17157"/>
                </a:lnTo>
                <a:lnTo>
                  <a:pt x="0" y="28093"/>
                </a:lnTo>
                <a:lnTo>
                  <a:pt x="2215" y="39037"/>
                </a:lnTo>
                <a:lnTo>
                  <a:pt x="8253" y="47985"/>
                </a:lnTo>
                <a:lnTo>
                  <a:pt x="17201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3" y="50280"/>
                </a:lnTo>
                <a:lnTo>
                  <a:pt x="11109" y="45113"/>
                </a:lnTo>
                <a:lnTo>
                  <a:pt x="5952" y="37457"/>
                </a:lnTo>
                <a:lnTo>
                  <a:pt x="4062" y="28093"/>
                </a:lnTo>
                <a:lnTo>
                  <a:pt x="5952" y="18722"/>
                </a:lnTo>
                <a:lnTo>
                  <a:pt x="11109" y="11052"/>
                </a:lnTo>
                <a:lnTo>
                  <a:pt x="18763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 extrusionOk="0">
                <a:moveTo>
                  <a:pt x="41684" y="3968"/>
                </a:moveTo>
                <a:lnTo>
                  <a:pt x="28145" y="3968"/>
                </a:lnTo>
                <a:lnTo>
                  <a:pt x="37527" y="5870"/>
                </a:lnTo>
                <a:lnTo>
                  <a:pt x="45181" y="11052"/>
                </a:lnTo>
                <a:lnTo>
                  <a:pt x="50338" y="18722"/>
                </a:lnTo>
                <a:lnTo>
                  <a:pt x="52228" y="28093"/>
                </a:lnTo>
                <a:lnTo>
                  <a:pt x="50338" y="37457"/>
                </a:lnTo>
                <a:lnTo>
                  <a:pt x="45181" y="45113"/>
                </a:lnTo>
                <a:lnTo>
                  <a:pt x="37527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g2c8da5ede62_0_167"/>
          <p:cNvSpPr/>
          <p:nvPr/>
        </p:nvSpPr>
        <p:spPr>
          <a:xfrm>
            <a:off x="2998787" y="725487"/>
            <a:ext cx="25400" cy="31750"/>
          </a:xfrm>
          <a:custGeom>
            <a:avLst/>
            <a:gdLst/>
            <a:ahLst/>
            <a:cxnLst/>
            <a:rect l="l" t="t" r="r" b="b"/>
            <a:pathLst>
              <a:path w="25400" h="31750" extrusionOk="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39" y="5329"/>
                </a:lnTo>
                <a:lnTo>
                  <a:pt x="2188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 extrusionOk="0">
                <a:moveTo>
                  <a:pt x="16472" y="18292"/>
                </a:moveTo>
                <a:lnTo>
                  <a:pt x="6837" y="18292"/>
                </a:lnTo>
                <a:lnTo>
                  <a:pt x="9727" y="18680"/>
                </a:lnTo>
                <a:lnTo>
                  <a:pt x="11465" y="19999"/>
                </a:lnTo>
                <a:lnTo>
                  <a:pt x="14470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 extrusionOk="0">
                <a:moveTo>
                  <a:pt x="22239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4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26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39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g2c8da5ede62_0_167"/>
          <p:cNvSpPr txBox="1"/>
          <p:nvPr/>
        </p:nvSpPr>
        <p:spPr>
          <a:xfrm>
            <a:off x="1004887" y="10517187"/>
            <a:ext cx="4624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g2c8da5ede62_0_167"/>
          <p:cNvSpPr txBox="1"/>
          <p:nvPr/>
        </p:nvSpPr>
        <p:spPr>
          <a:xfrm>
            <a:off x="6835775" y="10517187"/>
            <a:ext cx="6432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Department of ECE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g2c8da5ede62_0_167"/>
          <p:cNvSpPr txBox="1"/>
          <p:nvPr/>
        </p:nvSpPr>
        <p:spPr>
          <a:xfrm>
            <a:off x="14474825" y="10517187"/>
            <a:ext cx="4624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</a:pPr>
            <a:fld id="{00000000-1234-1234-1234-123412341234}" type="slidenum">
              <a:rPr lang="en-US" sz="18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24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402;p20">
            <a:extLst>
              <a:ext uri="{FF2B5EF4-FFF2-40B4-BE49-F238E27FC236}">
                <a16:creationId xmlns:a16="http://schemas.microsoft.com/office/drawing/2014/main" id="{6112838E-F79E-43D4-9CC0-0074E567B292}"/>
              </a:ext>
            </a:extLst>
          </p:cNvPr>
          <p:cNvSpPr txBox="1"/>
          <p:nvPr/>
        </p:nvSpPr>
        <p:spPr>
          <a:xfrm>
            <a:off x="2303462" y="4654550"/>
            <a:ext cx="15497175" cy="1504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marR="0" lvl="0" indent="0" algn="ctr" rtl="0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Calibri"/>
              <a:buNone/>
            </a:pPr>
            <a:r>
              <a:rPr lang="en-US" sz="9600" b="0" i="0" u="none">
                <a:solidFill>
                  <a:srgbClr val="002060"/>
                </a:solidFill>
                <a:latin typeface="Bookman Old Style"/>
                <a:ea typeface="Calibri"/>
                <a:cs typeface="Calibri"/>
                <a:sym typeface="Calibri"/>
              </a:rPr>
              <a:t>Thank You</a:t>
            </a:r>
            <a:endParaRPr lang="en-US">
              <a:solidFill>
                <a:srgbClr val="002060"/>
              </a:solidFill>
              <a:latin typeface="Bookman Old Style"/>
            </a:endParaRPr>
          </a:p>
        </p:txBody>
      </p:sp>
    </p:spTree>
    <p:extLst>
      <p:ext uri="{BB962C8B-B14F-4D97-AF65-F5344CB8AC3E}">
        <p14:creationId xmlns:p14="http://schemas.microsoft.com/office/powerpoint/2010/main" val="1454118493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24</Slides>
  <Notes>23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2_Office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Srobona Das</dc:creator>
  <cp:revision>421</cp:revision>
  <dcterms:created xsi:type="dcterms:W3CDTF">2019-11-25T06:56:12Z</dcterms:created>
  <dcterms:modified xsi:type="dcterms:W3CDTF">2026-01-23T08:25:46Z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2019-11-25T00:00:00Z</vt:filetime>
  </property>
  <property fmtid="{D5CDD505-2E9C-101B-9397-08002B2CF9AE}" pid="3" name="Creator">
    <vt:lpwstr>Adobe Illustrator CC 23.1 (Macintosh)</vt:lpwstr>
  </property>
  <property fmtid="{D5CDD505-2E9C-101B-9397-08002B2CF9AE}" pid="4" name="LastSaved">
    <vt:filetime>2019-11-25T00:00:00Z</vt:filetime>
  </property>
</Properties>
</file>